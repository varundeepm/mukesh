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34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34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9435" y="1883890"/>
            <a:ext cx="9389129" cy="1320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88839" y="3648702"/>
            <a:ext cx="13883640" cy="265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34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86281" y="9207500"/>
            <a:ext cx="7336790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C347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0.png"/><Relationship Id="rId9" Type="http://schemas.openxmlformats.org/officeDocument/2006/relationships/image" Target="../media/image4.png"/><Relationship Id="rId10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6.png"/><Relationship Id="rId16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20.png"/><Relationship Id="rId10" Type="http://schemas.openxmlformats.org/officeDocument/2006/relationships/image" Target="../media/image6.png"/><Relationship Id="rId11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6.png"/><Relationship Id="rId18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21.png"/><Relationship Id="rId8" Type="http://schemas.openxmlformats.org/officeDocument/2006/relationships/image" Target="../media/image2.png"/><Relationship Id="rId9" Type="http://schemas.openxmlformats.org/officeDocument/2006/relationships/image" Target="../media/image3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33.jpg"/><Relationship Id="rId11" Type="http://schemas.openxmlformats.org/officeDocument/2006/relationships/image" Target="../media/image34.png"/><Relationship Id="rId12" Type="http://schemas.openxmlformats.org/officeDocument/2006/relationships/image" Target="../media/image3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36.png"/><Relationship Id="rId10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6.png"/><Relationship Id="rId13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11.png"/><Relationship Id="rId10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1527594" y="1910753"/>
                  </a:moveTo>
                  <a:lnTo>
                    <a:pt x="1415846" y="1737233"/>
                  </a:lnTo>
                  <a:lnTo>
                    <a:pt x="1387652" y="1720913"/>
                  </a:lnTo>
                  <a:lnTo>
                    <a:pt x="1387652" y="1736483"/>
                  </a:lnTo>
                  <a:lnTo>
                    <a:pt x="584949" y="1815198"/>
                  </a:lnTo>
                  <a:lnTo>
                    <a:pt x="884872" y="1530972"/>
                  </a:lnTo>
                  <a:lnTo>
                    <a:pt x="932649" y="1485696"/>
                  </a:lnTo>
                  <a:lnTo>
                    <a:pt x="1387652" y="1736483"/>
                  </a:lnTo>
                  <a:lnTo>
                    <a:pt x="1387652" y="1720913"/>
                  </a:lnTo>
                  <a:lnTo>
                    <a:pt x="936790" y="1472387"/>
                  </a:lnTo>
                  <a:lnTo>
                    <a:pt x="923277" y="1444066"/>
                  </a:lnTo>
                  <a:lnTo>
                    <a:pt x="923277" y="1475740"/>
                  </a:lnTo>
                  <a:lnTo>
                    <a:pt x="574967" y="1805800"/>
                  </a:lnTo>
                  <a:lnTo>
                    <a:pt x="681240" y="968476"/>
                  </a:lnTo>
                  <a:lnTo>
                    <a:pt x="923277" y="1475740"/>
                  </a:lnTo>
                  <a:lnTo>
                    <a:pt x="923277" y="1444066"/>
                  </a:lnTo>
                  <a:lnTo>
                    <a:pt x="687692" y="950252"/>
                  </a:lnTo>
                  <a:lnTo>
                    <a:pt x="687819" y="949833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457" y="878916"/>
                  </a:lnTo>
                  <a:lnTo>
                    <a:pt x="666457" y="976071"/>
                  </a:lnTo>
                  <a:lnTo>
                    <a:pt x="664349" y="992771"/>
                  </a:lnTo>
                  <a:lnTo>
                    <a:pt x="559600" y="1818030"/>
                  </a:lnTo>
                  <a:lnTo>
                    <a:pt x="10477" y="1910600"/>
                  </a:lnTo>
                  <a:lnTo>
                    <a:pt x="652106" y="992581"/>
                  </a:lnTo>
                  <a:lnTo>
                    <a:pt x="666457" y="976071"/>
                  </a:lnTo>
                  <a:lnTo>
                    <a:pt x="666457" y="878916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0895" y="956119"/>
                  </a:lnTo>
                  <a:lnTo>
                    <a:pt x="641413" y="983996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66851" y="1090663"/>
                  </a:lnTo>
                  <a:lnTo>
                    <a:pt x="0" y="1901698"/>
                  </a:lnTo>
                  <a:lnTo>
                    <a:pt x="0" y="1910753"/>
                  </a:lnTo>
                  <a:lnTo>
                    <a:pt x="10375" y="1910753"/>
                  </a:lnTo>
                  <a:lnTo>
                    <a:pt x="91986" y="1910753"/>
                  </a:lnTo>
                  <a:lnTo>
                    <a:pt x="548665" y="1833778"/>
                  </a:lnTo>
                  <a:lnTo>
                    <a:pt x="560171" y="1831835"/>
                  </a:lnTo>
                  <a:lnTo>
                    <a:pt x="562787" y="1847062"/>
                  </a:lnTo>
                  <a:lnTo>
                    <a:pt x="564362" y="1856206"/>
                  </a:lnTo>
                  <a:lnTo>
                    <a:pt x="573760" y="1910753"/>
                  </a:lnTo>
                  <a:lnTo>
                    <a:pt x="587654" y="1910753"/>
                  </a:lnTo>
                  <a:lnTo>
                    <a:pt x="575500" y="1840191"/>
                  </a:lnTo>
                  <a:lnTo>
                    <a:pt x="575703" y="1840357"/>
                  </a:lnTo>
                  <a:lnTo>
                    <a:pt x="666369" y="1910753"/>
                  </a:lnTo>
                  <a:lnTo>
                    <a:pt x="688708" y="1910753"/>
                  </a:lnTo>
                  <a:lnTo>
                    <a:pt x="583539" y="1829092"/>
                  </a:lnTo>
                  <a:lnTo>
                    <a:pt x="1377391" y="1751253"/>
                  </a:lnTo>
                  <a:lnTo>
                    <a:pt x="1401419" y="1748891"/>
                  </a:lnTo>
                  <a:lnTo>
                    <a:pt x="1391881" y="1789074"/>
                  </a:lnTo>
                  <a:lnTo>
                    <a:pt x="1362989" y="1910753"/>
                  </a:lnTo>
                  <a:lnTo>
                    <a:pt x="1377048" y="1910753"/>
                  </a:lnTo>
                  <a:lnTo>
                    <a:pt x="1413243" y="1758365"/>
                  </a:lnTo>
                  <a:lnTo>
                    <a:pt x="1511376" y="1910753"/>
                  </a:lnTo>
                  <a:lnTo>
                    <a:pt x="1527594" y="1910753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6540333" y="0"/>
            <a:ext cx="1309370" cy="404495"/>
          </a:xfrm>
          <a:custGeom>
            <a:avLst/>
            <a:gdLst/>
            <a:ahLst/>
            <a:cxnLst/>
            <a:rect l="l" t="t" r="r" b="b"/>
            <a:pathLst>
              <a:path w="1309369" h="404495">
                <a:moveTo>
                  <a:pt x="989265" y="0"/>
                </a:moveTo>
                <a:lnTo>
                  <a:pt x="1005861" y="0"/>
                </a:lnTo>
                <a:lnTo>
                  <a:pt x="1131417" y="183403"/>
                </a:lnTo>
                <a:lnTo>
                  <a:pt x="1290843" y="0"/>
                </a:lnTo>
                <a:lnTo>
                  <a:pt x="1309016" y="0"/>
                </a:lnTo>
                <a:lnTo>
                  <a:pt x="1135991" y="199059"/>
                </a:lnTo>
                <a:lnTo>
                  <a:pt x="1135073" y="200138"/>
                </a:lnTo>
                <a:lnTo>
                  <a:pt x="1133808" y="200926"/>
                </a:lnTo>
                <a:lnTo>
                  <a:pt x="1132202" y="201294"/>
                </a:lnTo>
                <a:lnTo>
                  <a:pt x="1094429" y="208102"/>
                </a:lnTo>
                <a:lnTo>
                  <a:pt x="1105484" y="192204"/>
                </a:lnTo>
                <a:lnTo>
                  <a:pt x="1104655" y="191886"/>
                </a:lnTo>
                <a:lnTo>
                  <a:pt x="1112703" y="180313"/>
                </a:lnTo>
                <a:lnTo>
                  <a:pt x="989265" y="0"/>
                </a:lnTo>
                <a:close/>
              </a:path>
              <a:path w="1309369" h="404495">
                <a:moveTo>
                  <a:pt x="27555" y="400406"/>
                </a:moveTo>
                <a:lnTo>
                  <a:pt x="38631" y="384478"/>
                </a:lnTo>
                <a:lnTo>
                  <a:pt x="1105484" y="192204"/>
                </a:lnTo>
                <a:lnTo>
                  <a:pt x="1094429" y="208102"/>
                </a:lnTo>
                <a:lnTo>
                  <a:pt x="27555" y="400406"/>
                </a:lnTo>
                <a:close/>
              </a:path>
              <a:path w="1309369" h="404495">
                <a:moveTo>
                  <a:pt x="98011" y="0"/>
                </a:moveTo>
                <a:lnTo>
                  <a:pt x="114474" y="0"/>
                </a:lnTo>
                <a:lnTo>
                  <a:pt x="119516" y="7503"/>
                </a:lnTo>
                <a:lnTo>
                  <a:pt x="323621" y="0"/>
                </a:lnTo>
                <a:lnTo>
                  <a:pt x="643863" y="0"/>
                </a:lnTo>
                <a:lnTo>
                  <a:pt x="1112703" y="180313"/>
                </a:lnTo>
                <a:lnTo>
                  <a:pt x="1104655" y="191886"/>
                </a:lnTo>
                <a:lnTo>
                  <a:pt x="615630" y="3807"/>
                </a:lnTo>
                <a:lnTo>
                  <a:pt x="569563" y="34199"/>
                </a:lnTo>
                <a:lnTo>
                  <a:pt x="590639" y="3890"/>
                </a:lnTo>
                <a:lnTo>
                  <a:pt x="121189" y="21141"/>
                </a:lnTo>
                <a:lnTo>
                  <a:pt x="97066" y="55833"/>
                </a:lnTo>
                <a:lnTo>
                  <a:pt x="108513" y="15629"/>
                </a:lnTo>
                <a:lnTo>
                  <a:pt x="98011" y="0"/>
                </a:lnTo>
                <a:close/>
              </a:path>
              <a:path w="1309369" h="404495">
                <a:moveTo>
                  <a:pt x="97066" y="55833"/>
                </a:moveTo>
                <a:lnTo>
                  <a:pt x="121189" y="21141"/>
                </a:lnTo>
                <a:lnTo>
                  <a:pt x="18661" y="381249"/>
                </a:lnTo>
                <a:lnTo>
                  <a:pt x="590639" y="3890"/>
                </a:lnTo>
                <a:lnTo>
                  <a:pt x="569563" y="34199"/>
                </a:lnTo>
                <a:lnTo>
                  <a:pt x="38631" y="384478"/>
                </a:lnTo>
                <a:lnTo>
                  <a:pt x="27555" y="400406"/>
                </a:lnTo>
                <a:lnTo>
                  <a:pt x="7648" y="403994"/>
                </a:lnTo>
                <a:lnTo>
                  <a:pt x="6876" y="404024"/>
                </a:lnTo>
                <a:lnTo>
                  <a:pt x="5596" y="403851"/>
                </a:lnTo>
                <a:lnTo>
                  <a:pt x="0" y="397007"/>
                </a:lnTo>
                <a:lnTo>
                  <a:pt x="441" y="395197"/>
                </a:lnTo>
                <a:lnTo>
                  <a:pt x="97066" y="5583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6463991" y="0"/>
            <a:ext cx="1824355" cy="2550795"/>
            <a:chOff x="16463991" y="0"/>
            <a:chExt cx="1824355" cy="2550795"/>
          </a:xfrm>
        </p:grpSpPr>
        <p:sp>
          <p:nvSpPr>
            <p:cNvPr id="10" name="object 10" descr=""/>
            <p:cNvSpPr/>
            <p:nvPr/>
          </p:nvSpPr>
          <p:spPr>
            <a:xfrm>
              <a:off x="17387851" y="0"/>
              <a:ext cx="900430" cy="2550795"/>
            </a:xfrm>
            <a:custGeom>
              <a:avLst/>
              <a:gdLst/>
              <a:ahLst/>
              <a:cxnLst/>
              <a:rect l="l" t="t" r="r" b="b"/>
              <a:pathLst>
                <a:path w="900430" h="2550795">
                  <a:moveTo>
                    <a:pt x="900147" y="2254513"/>
                  </a:moveTo>
                  <a:lnTo>
                    <a:pt x="900147" y="2311370"/>
                  </a:lnTo>
                  <a:lnTo>
                    <a:pt x="845814" y="2530924"/>
                  </a:lnTo>
                  <a:lnTo>
                    <a:pt x="900147" y="2503124"/>
                  </a:lnTo>
                  <a:lnTo>
                    <a:pt x="900147" y="2518490"/>
                  </a:lnTo>
                  <a:lnTo>
                    <a:pt x="838250" y="2550148"/>
                  </a:lnTo>
                  <a:lnTo>
                    <a:pt x="836899" y="2550676"/>
                  </a:lnTo>
                  <a:lnTo>
                    <a:pt x="835738" y="2550786"/>
                  </a:lnTo>
                  <a:lnTo>
                    <a:pt x="834094" y="2550560"/>
                  </a:lnTo>
                  <a:lnTo>
                    <a:pt x="833611" y="2550440"/>
                  </a:lnTo>
                  <a:lnTo>
                    <a:pt x="833167" y="2550215"/>
                  </a:lnTo>
                  <a:lnTo>
                    <a:pt x="832005" y="2549775"/>
                  </a:lnTo>
                  <a:lnTo>
                    <a:pt x="830953" y="2549010"/>
                  </a:lnTo>
                  <a:lnTo>
                    <a:pt x="829990" y="2547756"/>
                  </a:lnTo>
                  <a:lnTo>
                    <a:pt x="823423" y="2536910"/>
                  </a:lnTo>
                  <a:lnTo>
                    <a:pt x="833988" y="2521717"/>
                  </a:lnTo>
                  <a:lnTo>
                    <a:pt x="900147" y="2254513"/>
                  </a:lnTo>
                  <a:close/>
                </a:path>
                <a:path w="900430" h="2550795">
                  <a:moveTo>
                    <a:pt x="475767" y="1673002"/>
                  </a:moveTo>
                  <a:lnTo>
                    <a:pt x="485115" y="1659559"/>
                  </a:lnTo>
                  <a:lnTo>
                    <a:pt x="833988" y="2521717"/>
                  </a:lnTo>
                  <a:lnTo>
                    <a:pt x="823423" y="2536910"/>
                  </a:lnTo>
                  <a:lnTo>
                    <a:pt x="788316" y="2478725"/>
                  </a:lnTo>
                  <a:lnTo>
                    <a:pt x="796849" y="2466455"/>
                  </a:lnTo>
                  <a:lnTo>
                    <a:pt x="475767" y="1673002"/>
                  </a:lnTo>
                  <a:close/>
                </a:path>
                <a:path w="900430" h="2550795">
                  <a:moveTo>
                    <a:pt x="359612" y="1768210"/>
                  </a:moveTo>
                  <a:lnTo>
                    <a:pt x="368145" y="1755939"/>
                  </a:lnTo>
                  <a:lnTo>
                    <a:pt x="796849" y="2466455"/>
                  </a:lnTo>
                  <a:lnTo>
                    <a:pt x="788316" y="2478725"/>
                  </a:lnTo>
                  <a:lnTo>
                    <a:pt x="359612" y="1768210"/>
                  </a:lnTo>
                  <a:close/>
                </a:path>
                <a:path w="900430" h="2550795">
                  <a:moveTo>
                    <a:pt x="493547" y="1658562"/>
                  </a:moveTo>
                  <a:lnTo>
                    <a:pt x="503995" y="1643536"/>
                  </a:lnTo>
                  <a:lnTo>
                    <a:pt x="900147" y="1596665"/>
                  </a:lnTo>
                  <a:lnTo>
                    <a:pt x="900147" y="1610456"/>
                  </a:lnTo>
                  <a:lnTo>
                    <a:pt x="493547" y="1658562"/>
                  </a:lnTo>
                  <a:close/>
                </a:path>
                <a:path w="900430" h="2550795">
                  <a:moveTo>
                    <a:pt x="632127" y="1095821"/>
                  </a:moveTo>
                  <a:lnTo>
                    <a:pt x="656826" y="1060303"/>
                  </a:lnTo>
                  <a:lnTo>
                    <a:pt x="487110" y="1638198"/>
                  </a:lnTo>
                  <a:lnTo>
                    <a:pt x="900147" y="1372152"/>
                  </a:lnTo>
                  <a:lnTo>
                    <a:pt x="900147" y="1388426"/>
                  </a:lnTo>
                  <a:lnTo>
                    <a:pt x="503995" y="1643536"/>
                  </a:lnTo>
                  <a:lnTo>
                    <a:pt x="493547" y="1658562"/>
                  </a:lnTo>
                  <a:lnTo>
                    <a:pt x="485115" y="1659559"/>
                  </a:lnTo>
                  <a:lnTo>
                    <a:pt x="475767" y="1673002"/>
                  </a:lnTo>
                  <a:lnTo>
                    <a:pt x="472614" y="1665209"/>
                  </a:lnTo>
                  <a:lnTo>
                    <a:pt x="432696" y="1699877"/>
                  </a:lnTo>
                  <a:lnTo>
                    <a:pt x="470837" y="1645027"/>
                  </a:lnTo>
                  <a:lnTo>
                    <a:pt x="632127" y="1095821"/>
                  </a:lnTo>
                  <a:close/>
                </a:path>
                <a:path w="900430" h="2550795">
                  <a:moveTo>
                    <a:pt x="661817" y="1066700"/>
                  </a:moveTo>
                  <a:lnTo>
                    <a:pt x="670005" y="1054925"/>
                  </a:lnTo>
                  <a:lnTo>
                    <a:pt x="900147" y="1349845"/>
                  </a:lnTo>
                  <a:lnTo>
                    <a:pt x="900147" y="1372152"/>
                  </a:lnTo>
                  <a:lnTo>
                    <a:pt x="661817" y="1066700"/>
                  </a:lnTo>
                  <a:close/>
                </a:path>
                <a:path w="900430" h="2550795">
                  <a:moveTo>
                    <a:pt x="575743" y="631250"/>
                  </a:moveTo>
                  <a:lnTo>
                    <a:pt x="586880" y="615235"/>
                  </a:lnTo>
                  <a:lnTo>
                    <a:pt x="659945" y="1039557"/>
                  </a:lnTo>
                  <a:lnTo>
                    <a:pt x="900147" y="1076088"/>
                  </a:lnTo>
                  <a:lnTo>
                    <a:pt x="900147" y="1089928"/>
                  </a:lnTo>
                  <a:lnTo>
                    <a:pt x="670005" y="1054925"/>
                  </a:lnTo>
                  <a:lnTo>
                    <a:pt x="661817" y="1066700"/>
                  </a:lnTo>
                  <a:lnTo>
                    <a:pt x="656826" y="1060303"/>
                  </a:lnTo>
                  <a:lnTo>
                    <a:pt x="632127" y="1095821"/>
                  </a:lnTo>
                  <a:lnTo>
                    <a:pt x="640736" y="1066509"/>
                  </a:lnTo>
                  <a:lnTo>
                    <a:pt x="608942" y="1094724"/>
                  </a:lnTo>
                  <a:lnTo>
                    <a:pt x="642168" y="1046942"/>
                  </a:lnTo>
                  <a:lnTo>
                    <a:pt x="637019" y="1044153"/>
                  </a:lnTo>
                  <a:lnTo>
                    <a:pt x="644887" y="1032838"/>
                  </a:lnTo>
                  <a:lnTo>
                    <a:pt x="575743" y="631250"/>
                  </a:lnTo>
                  <a:close/>
                </a:path>
                <a:path w="900430" h="2550795">
                  <a:moveTo>
                    <a:pt x="112056" y="1541287"/>
                  </a:moveTo>
                  <a:lnTo>
                    <a:pt x="122265" y="1526605"/>
                  </a:lnTo>
                  <a:lnTo>
                    <a:pt x="470837" y="1645027"/>
                  </a:lnTo>
                  <a:lnTo>
                    <a:pt x="432696" y="1699877"/>
                  </a:lnTo>
                  <a:lnTo>
                    <a:pt x="430169" y="1702071"/>
                  </a:lnTo>
                  <a:lnTo>
                    <a:pt x="461892" y="1656452"/>
                  </a:lnTo>
                  <a:lnTo>
                    <a:pt x="138276" y="1546512"/>
                  </a:lnTo>
                  <a:lnTo>
                    <a:pt x="130422" y="1557807"/>
                  </a:lnTo>
                  <a:lnTo>
                    <a:pt x="112056" y="1541287"/>
                  </a:lnTo>
                  <a:close/>
                </a:path>
                <a:path w="900430" h="2550795">
                  <a:moveTo>
                    <a:pt x="130422" y="1557807"/>
                  </a:moveTo>
                  <a:lnTo>
                    <a:pt x="138276" y="1546512"/>
                  </a:lnTo>
                  <a:lnTo>
                    <a:pt x="359384" y="1745394"/>
                  </a:lnTo>
                  <a:lnTo>
                    <a:pt x="461892" y="1656452"/>
                  </a:lnTo>
                  <a:lnTo>
                    <a:pt x="430169" y="1702071"/>
                  </a:lnTo>
                  <a:lnTo>
                    <a:pt x="368145" y="1755939"/>
                  </a:lnTo>
                  <a:lnTo>
                    <a:pt x="359612" y="1768210"/>
                  </a:lnTo>
                  <a:lnTo>
                    <a:pt x="354002" y="1758913"/>
                  </a:lnTo>
                  <a:lnTo>
                    <a:pt x="130422" y="1557807"/>
                  </a:lnTo>
                  <a:close/>
                </a:path>
                <a:path w="900430" h="2550795">
                  <a:moveTo>
                    <a:pt x="587085" y="615395"/>
                  </a:moveTo>
                  <a:lnTo>
                    <a:pt x="594918" y="604130"/>
                  </a:lnTo>
                  <a:lnTo>
                    <a:pt x="900147" y="841158"/>
                  </a:lnTo>
                  <a:lnTo>
                    <a:pt x="900147" y="858497"/>
                  </a:lnTo>
                  <a:lnTo>
                    <a:pt x="587085" y="615395"/>
                  </a:lnTo>
                  <a:close/>
                </a:path>
                <a:path w="900430" h="2550795">
                  <a:moveTo>
                    <a:pt x="3579" y="724309"/>
                  </a:moveTo>
                  <a:lnTo>
                    <a:pt x="15295" y="707461"/>
                  </a:lnTo>
                  <a:lnTo>
                    <a:pt x="114126" y="1515526"/>
                  </a:lnTo>
                  <a:lnTo>
                    <a:pt x="642168" y="1046942"/>
                  </a:lnTo>
                  <a:lnTo>
                    <a:pt x="608942" y="1094724"/>
                  </a:lnTo>
                  <a:lnTo>
                    <a:pt x="122265" y="1526605"/>
                  </a:lnTo>
                  <a:lnTo>
                    <a:pt x="112056" y="1541287"/>
                  </a:lnTo>
                  <a:lnTo>
                    <a:pt x="103397" y="1533498"/>
                  </a:lnTo>
                  <a:lnTo>
                    <a:pt x="102741" y="1532426"/>
                  </a:lnTo>
                  <a:lnTo>
                    <a:pt x="102255" y="1530870"/>
                  </a:lnTo>
                  <a:lnTo>
                    <a:pt x="102186" y="1530489"/>
                  </a:lnTo>
                  <a:lnTo>
                    <a:pt x="3579" y="724309"/>
                  </a:lnTo>
                  <a:close/>
                </a:path>
                <a:path w="900430" h="2550795">
                  <a:moveTo>
                    <a:pt x="19766" y="709882"/>
                  </a:moveTo>
                  <a:lnTo>
                    <a:pt x="27636" y="698564"/>
                  </a:lnTo>
                  <a:lnTo>
                    <a:pt x="644887" y="1032838"/>
                  </a:lnTo>
                  <a:lnTo>
                    <a:pt x="637019" y="1044153"/>
                  </a:lnTo>
                  <a:lnTo>
                    <a:pt x="19766" y="709882"/>
                  </a:lnTo>
                  <a:close/>
                </a:path>
                <a:path w="900430" h="2550795">
                  <a:moveTo>
                    <a:pt x="574168" y="622099"/>
                  </a:moveTo>
                  <a:lnTo>
                    <a:pt x="596327" y="590233"/>
                  </a:lnTo>
                  <a:lnTo>
                    <a:pt x="900147" y="560444"/>
                  </a:lnTo>
                  <a:lnTo>
                    <a:pt x="900147" y="574203"/>
                  </a:lnTo>
                  <a:lnTo>
                    <a:pt x="594918" y="604130"/>
                  </a:lnTo>
                  <a:lnTo>
                    <a:pt x="587085" y="615395"/>
                  </a:lnTo>
                  <a:lnTo>
                    <a:pt x="586880" y="615235"/>
                  </a:lnTo>
                  <a:lnTo>
                    <a:pt x="575743" y="631250"/>
                  </a:lnTo>
                  <a:lnTo>
                    <a:pt x="574168" y="622099"/>
                  </a:lnTo>
                  <a:close/>
                </a:path>
                <a:path w="900430" h="2550795">
                  <a:moveTo>
                    <a:pt x="646256" y="0"/>
                  </a:moveTo>
                  <a:lnTo>
                    <a:pt x="660065" y="0"/>
                  </a:lnTo>
                  <a:lnTo>
                    <a:pt x="586347" y="580842"/>
                  </a:lnTo>
                  <a:lnTo>
                    <a:pt x="900147" y="283484"/>
                  </a:lnTo>
                  <a:lnTo>
                    <a:pt x="900147" y="302320"/>
                  </a:lnTo>
                  <a:lnTo>
                    <a:pt x="596327" y="590233"/>
                  </a:lnTo>
                  <a:lnTo>
                    <a:pt x="574168" y="622099"/>
                  </a:lnTo>
                  <a:lnTo>
                    <a:pt x="571546" y="606874"/>
                  </a:lnTo>
                  <a:lnTo>
                    <a:pt x="560041" y="608814"/>
                  </a:lnTo>
                  <a:lnTo>
                    <a:pt x="570985" y="593075"/>
                  </a:lnTo>
                  <a:lnTo>
                    <a:pt x="646256" y="0"/>
                  </a:lnTo>
                  <a:close/>
                </a:path>
                <a:path w="900430" h="2550795">
                  <a:moveTo>
                    <a:pt x="814995" y="0"/>
                  </a:moveTo>
                  <a:lnTo>
                    <a:pt x="830136" y="0"/>
                  </a:lnTo>
                  <a:lnTo>
                    <a:pt x="900147" y="146760"/>
                  </a:lnTo>
                  <a:lnTo>
                    <a:pt x="900147" y="178462"/>
                  </a:lnTo>
                  <a:lnTo>
                    <a:pt x="814995" y="0"/>
                  </a:lnTo>
                  <a:close/>
                </a:path>
                <a:path w="900430" h="2550795">
                  <a:moveTo>
                    <a:pt x="2292" y="713785"/>
                  </a:moveTo>
                  <a:lnTo>
                    <a:pt x="21862" y="685643"/>
                  </a:lnTo>
                  <a:lnTo>
                    <a:pt x="570985" y="593075"/>
                  </a:lnTo>
                  <a:lnTo>
                    <a:pt x="560041" y="608814"/>
                  </a:lnTo>
                  <a:lnTo>
                    <a:pt x="27636" y="698564"/>
                  </a:lnTo>
                  <a:lnTo>
                    <a:pt x="19766" y="709882"/>
                  </a:lnTo>
                  <a:lnTo>
                    <a:pt x="15295" y="707461"/>
                  </a:lnTo>
                  <a:lnTo>
                    <a:pt x="3579" y="724309"/>
                  </a:lnTo>
                  <a:lnTo>
                    <a:pt x="2292" y="713785"/>
                  </a:lnTo>
                  <a:close/>
                </a:path>
                <a:path w="900430" h="2550795">
                  <a:moveTo>
                    <a:pt x="443" y="692747"/>
                  </a:moveTo>
                  <a:lnTo>
                    <a:pt x="50536" y="620710"/>
                  </a:lnTo>
                  <a:lnTo>
                    <a:pt x="484370" y="0"/>
                  </a:lnTo>
                  <a:lnTo>
                    <a:pt x="501075" y="0"/>
                  </a:lnTo>
                  <a:lnTo>
                    <a:pt x="2292" y="713785"/>
                  </a:lnTo>
                  <a:lnTo>
                    <a:pt x="0" y="695040"/>
                  </a:lnTo>
                  <a:lnTo>
                    <a:pt x="59" y="694164"/>
                  </a:lnTo>
                  <a:lnTo>
                    <a:pt x="443" y="692747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63991" y="253674"/>
              <a:ext cx="1590674" cy="184784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2577" y="253674"/>
            <a:ext cx="2314574" cy="231457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855763" y="6589287"/>
            <a:ext cx="4568190" cy="17780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2500" spc="-10" b="1">
                <a:solidFill>
                  <a:srgbClr val="0C3470"/>
                </a:solidFill>
                <a:latin typeface="Tahoma"/>
                <a:cs typeface="Tahoma"/>
              </a:rPr>
              <a:t>MEMBERS</a:t>
            </a:r>
            <a:endParaRPr sz="2500">
              <a:latin typeface="Tahoma"/>
              <a:cs typeface="Tahoma"/>
            </a:endParaRPr>
          </a:p>
          <a:p>
            <a:pPr algn="ctr" marL="12700" marR="5080" indent="-635">
              <a:lnSpc>
                <a:spcPct val="114999"/>
              </a:lnSpc>
            </a:pPr>
            <a:r>
              <a:rPr dirty="0" sz="2500" spc="-10">
                <a:solidFill>
                  <a:srgbClr val="0C3470"/>
                </a:solidFill>
                <a:latin typeface="Tahoma"/>
                <a:cs typeface="Tahoma"/>
              </a:rPr>
              <a:t>RITHIK</a:t>
            </a:r>
            <a:r>
              <a:rPr dirty="0" sz="2500" spc="-1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0C3470"/>
                </a:solidFill>
                <a:latin typeface="Tahoma"/>
                <a:cs typeface="Tahoma"/>
              </a:rPr>
              <a:t>M.E</a:t>
            </a:r>
            <a:r>
              <a:rPr dirty="0" sz="2500" spc="-1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215">
                <a:solidFill>
                  <a:srgbClr val="0C3470"/>
                </a:solidFill>
                <a:latin typeface="Tahoma"/>
                <a:cs typeface="Tahoma"/>
              </a:rPr>
              <a:t>-</a:t>
            </a:r>
            <a:r>
              <a:rPr dirty="0" sz="2500" spc="-1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C3470"/>
                </a:solidFill>
                <a:latin typeface="Tahoma"/>
                <a:cs typeface="Tahoma"/>
              </a:rPr>
              <a:t>71812305126 </a:t>
            </a:r>
            <a:r>
              <a:rPr dirty="0" sz="2500" spc="125">
                <a:solidFill>
                  <a:srgbClr val="0C3470"/>
                </a:solidFill>
                <a:latin typeface="Tahoma"/>
                <a:cs typeface="Tahoma"/>
              </a:rPr>
              <a:t>SANJAI</a:t>
            </a:r>
            <a:r>
              <a:rPr dirty="0" sz="2500" spc="-9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175">
                <a:solidFill>
                  <a:srgbClr val="0C3470"/>
                </a:solidFill>
                <a:latin typeface="Tahoma"/>
                <a:cs typeface="Tahoma"/>
              </a:rPr>
              <a:t>K</a:t>
            </a:r>
            <a:r>
              <a:rPr dirty="0" sz="2500" spc="-9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215">
                <a:solidFill>
                  <a:srgbClr val="0C3470"/>
                </a:solidFill>
                <a:latin typeface="Tahoma"/>
                <a:cs typeface="Tahoma"/>
              </a:rPr>
              <a:t>-</a:t>
            </a:r>
            <a:r>
              <a:rPr dirty="0" sz="2500" spc="-9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C3470"/>
                </a:solidFill>
                <a:latin typeface="Tahoma"/>
                <a:cs typeface="Tahoma"/>
              </a:rPr>
              <a:t>71812305129 </a:t>
            </a:r>
            <a:r>
              <a:rPr dirty="0" sz="2500" spc="100">
                <a:solidFill>
                  <a:srgbClr val="0C3470"/>
                </a:solidFill>
                <a:latin typeface="Tahoma"/>
                <a:cs typeface="Tahoma"/>
              </a:rPr>
              <a:t>TAMILARASU</a:t>
            </a:r>
            <a:r>
              <a:rPr dirty="0" sz="250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204">
                <a:solidFill>
                  <a:srgbClr val="0C3470"/>
                </a:solidFill>
                <a:latin typeface="Tahoma"/>
                <a:cs typeface="Tahoma"/>
              </a:rPr>
              <a:t>V</a:t>
            </a:r>
            <a:r>
              <a:rPr dirty="0" sz="250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215">
                <a:solidFill>
                  <a:srgbClr val="0C3470"/>
                </a:solidFill>
                <a:latin typeface="Tahoma"/>
                <a:cs typeface="Tahoma"/>
              </a:rPr>
              <a:t>-</a:t>
            </a:r>
            <a:r>
              <a:rPr dirty="0" sz="250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C3470"/>
                </a:solidFill>
                <a:latin typeface="Tahoma"/>
                <a:cs typeface="Tahoma"/>
              </a:rPr>
              <a:t>71812305146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0952353" y="6589287"/>
            <a:ext cx="5431790" cy="133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4999"/>
              </a:lnSpc>
              <a:spcBef>
                <a:spcPts val="100"/>
              </a:spcBef>
            </a:pPr>
            <a:r>
              <a:rPr dirty="0" sz="2500" spc="-35" b="1">
                <a:solidFill>
                  <a:srgbClr val="0C3470"/>
                </a:solidFill>
                <a:latin typeface="Tahoma"/>
                <a:cs typeface="Tahoma"/>
              </a:rPr>
              <a:t>MENTOR</a:t>
            </a:r>
            <a:r>
              <a:rPr dirty="0" sz="2500" spc="-12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b="1">
                <a:solidFill>
                  <a:srgbClr val="0C3470"/>
                </a:solidFill>
                <a:latin typeface="Tahoma"/>
                <a:cs typeface="Tahoma"/>
              </a:rPr>
              <a:t>NAME</a:t>
            </a:r>
            <a:r>
              <a:rPr dirty="0" sz="2500" spc="-12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0" b="1">
                <a:solidFill>
                  <a:srgbClr val="0C3470"/>
                </a:solidFill>
                <a:latin typeface="Tahoma"/>
                <a:cs typeface="Tahoma"/>
              </a:rPr>
              <a:t>S</a:t>
            </a:r>
            <a:r>
              <a:rPr dirty="0" sz="2500" spc="-12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20" b="1">
                <a:solidFill>
                  <a:srgbClr val="0C3470"/>
                </a:solidFill>
                <a:latin typeface="Tahoma"/>
                <a:cs typeface="Tahoma"/>
              </a:rPr>
              <a:t>DESIGNATION </a:t>
            </a:r>
            <a:r>
              <a:rPr dirty="0" sz="2500" spc="120">
                <a:solidFill>
                  <a:srgbClr val="0C3470"/>
                </a:solidFill>
                <a:latin typeface="Tahoma"/>
                <a:cs typeface="Tahoma"/>
              </a:rPr>
              <a:t>MRS.S.S.SUGANTHA</a:t>
            </a:r>
            <a:r>
              <a:rPr dirty="0" sz="250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105">
                <a:solidFill>
                  <a:srgbClr val="0C3470"/>
                </a:solidFill>
                <a:latin typeface="Tahoma"/>
                <a:cs typeface="Tahoma"/>
              </a:rPr>
              <a:t>MALLIKA </a:t>
            </a:r>
            <a:r>
              <a:rPr dirty="0" sz="2500" spc="-25" b="1">
                <a:solidFill>
                  <a:srgbClr val="0C3470"/>
                </a:solidFill>
                <a:latin typeface="Tahoma"/>
                <a:cs typeface="Tahoma"/>
              </a:rPr>
              <a:t>ASSISTENT</a:t>
            </a:r>
            <a:r>
              <a:rPr dirty="0" sz="2500" spc="-8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80" b="1">
                <a:solidFill>
                  <a:srgbClr val="0C3470"/>
                </a:solidFill>
                <a:latin typeface="Tahoma"/>
                <a:cs typeface="Tahoma"/>
              </a:rPr>
              <a:t>PROFESSOR(SL.GR)</a:t>
            </a:r>
            <a:r>
              <a:rPr dirty="0" sz="2500" spc="-8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330" b="1">
                <a:solidFill>
                  <a:srgbClr val="0C3470"/>
                </a:solidFill>
                <a:latin typeface="Tahoma"/>
                <a:cs typeface="Tahoma"/>
              </a:rPr>
              <a:t>/IT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483142" y="2593790"/>
            <a:ext cx="23164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0C3470"/>
                </a:solidFill>
                <a:latin typeface="Tahoma"/>
                <a:cs typeface="Tahoma"/>
              </a:rPr>
              <a:t>proudly</a:t>
            </a:r>
            <a:r>
              <a:rPr dirty="0" sz="2200" spc="-114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200" spc="-20" b="1">
                <a:solidFill>
                  <a:srgbClr val="0C3470"/>
                </a:solidFill>
                <a:latin typeface="Tahoma"/>
                <a:cs typeface="Tahoma"/>
              </a:rPr>
              <a:t>presents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63852" y="4295378"/>
            <a:ext cx="12735560" cy="200723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5200" spc="-150" b="1">
                <a:solidFill>
                  <a:srgbClr val="0C3470"/>
                </a:solidFill>
                <a:latin typeface="Tahoma"/>
                <a:cs typeface="Tahoma"/>
              </a:rPr>
              <a:t>Smart</a:t>
            </a:r>
            <a:r>
              <a:rPr dirty="0" sz="5200" spc="-30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5200" spc="-114" b="1">
                <a:solidFill>
                  <a:srgbClr val="0C3470"/>
                </a:solidFill>
                <a:latin typeface="Tahoma"/>
                <a:cs typeface="Tahoma"/>
              </a:rPr>
              <a:t>Management</a:t>
            </a:r>
            <a:r>
              <a:rPr dirty="0" sz="5200" spc="-30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5200" spc="-50" b="1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5200" spc="-30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5200" spc="-110" b="1">
                <a:solidFill>
                  <a:srgbClr val="0C3470"/>
                </a:solidFill>
                <a:latin typeface="Tahoma"/>
                <a:cs typeface="Tahoma"/>
              </a:rPr>
              <a:t>for</a:t>
            </a:r>
            <a:r>
              <a:rPr dirty="0" sz="5200" spc="-30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5200" spc="-40" b="1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endParaRPr sz="5200">
              <a:latin typeface="Tahoma"/>
              <a:cs typeface="Tahoma"/>
            </a:endParaRPr>
          </a:p>
          <a:p>
            <a:pPr algn="ctr" marR="553085">
              <a:lnSpc>
                <a:spcPct val="100000"/>
              </a:lnSpc>
              <a:spcBef>
                <a:spcPts val="1560"/>
              </a:spcBef>
            </a:pPr>
            <a:r>
              <a:rPr dirty="0" sz="5200" spc="-500">
                <a:solidFill>
                  <a:srgbClr val="0C3470"/>
                </a:solidFill>
                <a:latin typeface="Arial Black"/>
                <a:cs typeface="Arial Black"/>
              </a:rPr>
              <a:t>IT</a:t>
            </a:r>
            <a:r>
              <a:rPr dirty="0" sz="5200" spc="-509">
                <a:solidFill>
                  <a:srgbClr val="0C3470"/>
                </a:solidFill>
                <a:latin typeface="Arial Black"/>
                <a:cs typeface="Arial Black"/>
              </a:rPr>
              <a:t> </a:t>
            </a:r>
            <a:r>
              <a:rPr dirty="0" sz="5200" spc="-660">
                <a:solidFill>
                  <a:srgbClr val="0C3470"/>
                </a:solidFill>
                <a:latin typeface="Arial Black"/>
                <a:cs typeface="Arial Black"/>
              </a:rPr>
              <a:t>STARS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194322" y="2877000"/>
            <a:ext cx="8874760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545"/>
              <a:t>SREC</a:t>
            </a:r>
            <a:r>
              <a:rPr dirty="0" sz="10000" spc="-660"/>
              <a:t> </a:t>
            </a:r>
            <a:r>
              <a:rPr dirty="0" sz="10000" spc="-40"/>
              <a:t>IPL’2K26</a:t>
            </a:r>
            <a:endParaRPr sz="10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540328" y="11"/>
              <a:ext cx="1748155" cy="2550795"/>
            </a:xfrm>
            <a:custGeom>
              <a:avLst/>
              <a:gdLst/>
              <a:ahLst/>
              <a:cxnLst/>
              <a:rect l="l" t="t" r="r" b="b"/>
              <a:pathLst>
                <a:path w="1748155" h="2550795">
                  <a:moveTo>
                    <a:pt x="1309014" y="0"/>
                  </a:moveTo>
                  <a:lnTo>
                    <a:pt x="1290840" y="0"/>
                  </a:lnTo>
                  <a:lnTo>
                    <a:pt x="1131417" y="183400"/>
                  </a:lnTo>
                  <a:lnTo>
                    <a:pt x="1005865" y="0"/>
                  </a:lnTo>
                  <a:lnTo>
                    <a:pt x="989266" y="0"/>
                  </a:lnTo>
                  <a:lnTo>
                    <a:pt x="1112697" y="180301"/>
                  </a:lnTo>
                  <a:lnTo>
                    <a:pt x="1105484" y="177533"/>
                  </a:lnTo>
                  <a:lnTo>
                    <a:pt x="1105484" y="192201"/>
                  </a:lnTo>
                  <a:lnTo>
                    <a:pt x="38633" y="384467"/>
                  </a:lnTo>
                  <a:lnTo>
                    <a:pt x="569556" y="34188"/>
                  </a:lnTo>
                  <a:lnTo>
                    <a:pt x="615632" y="3797"/>
                  </a:lnTo>
                  <a:lnTo>
                    <a:pt x="1104658" y="191884"/>
                  </a:lnTo>
                  <a:lnTo>
                    <a:pt x="1105484" y="192201"/>
                  </a:lnTo>
                  <a:lnTo>
                    <a:pt x="1105484" y="177533"/>
                  </a:lnTo>
                  <a:lnTo>
                    <a:pt x="643864" y="0"/>
                  </a:lnTo>
                  <a:lnTo>
                    <a:pt x="590638" y="0"/>
                  </a:lnTo>
                  <a:lnTo>
                    <a:pt x="590638" y="3886"/>
                  </a:lnTo>
                  <a:lnTo>
                    <a:pt x="18656" y="381241"/>
                  </a:lnTo>
                  <a:lnTo>
                    <a:pt x="121183" y="21132"/>
                  </a:lnTo>
                  <a:lnTo>
                    <a:pt x="590638" y="3886"/>
                  </a:lnTo>
                  <a:lnTo>
                    <a:pt x="590638" y="0"/>
                  </a:lnTo>
                  <a:lnTo>
                    <a:pt x="323621" y="0"/>
                  </a:lnTo>
                  <a:lnTo>
                    <a:pt x="119519" y="7493"/>
                  </a:lnTo>
                  <a:lnTo>
                    <a:pt x="114477" y="0"/>
                  </a:lnTo>
                  <a:lnTo>
                    <a:pt x="98005" y="0"/>
                  </a:lnTo>
                  <a:lnTo>
                    <a:pt x="108508" y="15621"/>
                  </a:lnTo>
                  <a:lnTo>
                    <a:pt x="97066" y="55829"/>
                  </a:lnTo>
                  <a:lnTo>
                    <a:pt x="444" y="395185"/>
                  </a:lnTo>
                  <a:lnTo>
                    <a:pt x="0" y="397002"/>
                  </a:lnTo>
                  <a:lnTo>
                    <a:pt x="177" y="398614"/>
                  </a:lnTo>
                  <a:lnTo>
                    <a:pt x="6870" y="404012"/>
                  </a:lnTo>
                  <a:lnTo>
                    <a:pt x="7645" y="403987"/>
                  </a:lnTo>
                  <a:lnTo>
                    <a:pt x="1094422" y="208102"/>
                  </a:lnTo>
                  <a:lnTo>
                    <a:pt x="1132205" y="201282"/>
                  </a:lnTo>
                  <a:lnTo>
                    <a:pt x="1135989" y="199047"/>
                  </a:lnTo>
                  <a:lnTo>
                    <a:pt x="1309014" y="0"/>
                  </a:lnTo>
                  <a:close/>
                </a:path>
                <a:path w="1748155" h="2550795">
                  <a:moveTo>
                    <a:pt x="1747659" y="283476"/>
                  </a:moveTo>
                  <a:lnTo>
                    <a:pt x="1433868" y="580834"/>
                  </a:lnTo>
                  <a:lnTo>
                    <a:pt x="1507578" y="0"/>
                  </a:lnTo>
                  <a:lnTo>
                    <a:pt x="1493774" y="0"/>
                  </a:lnTo>
                  <a:lnTo>
                    <a:pt x="1418501" y="593064"/>
                  </a:lnTo>
                  <a:lnTo>
                    <a:pt x="869480" y="685622"/>
                  </a:lnTo>
                  <a:lnTo>
                    <a:pt x="1348587" y="0"/>
                  </a:lnTo>
                  <a:lnTo>
                    <a:pt x="1331887" y="0"/>
                  </a:lnTo>
                  <a:lnTo>
                    <a:pt x="898055" y="620699"/>
                  </a:lnTo>
                  <a:lnTo>
                    <a:pt x="847966" y="692746"/>
                  </a:lnTo>
                  <a:lnTo>
                    <a:pt x="847572" y="694156"/>
                  </a:lnTo>
                  <a:lnTo>
                    <a:pt x="847521" y="695032"/>
                  </a:lnTo>
                  <a:lnTo>
                    <a:pt x="849807" y="713778"/>
                  </a:lnTo>
                  <a:lnTo>
                    <a:pt x="851103" y="724306"/>
                  </a:lnTo>
                  <a:lnTo>
                    <a:pt x="949706" y="1530477"/>
                  </a:lnTo>
                  <a:lnTo>
                    <a:pt x="977938" y="1557807"/>
                  </a:lnTo>
                  <a:lnTo>
                    <a:pt x="1201521" y="1758911"/>
                  </a:lnTo>
                  <a:lnTo>
                    <a:pt x="1207135" y="1768208"/>
                  </a:lnTo>
                  <a:lnTo>
                    <a:pt x="1635836" y="2478722"/>
                  </a:lnTo>
                  <a:lnTo>
                    <a:pt x="1670939" y="2536901"/>
                  </a:lnTo>
                  <a:lnTo>
                    <a:pt x="1677504" y="2547747"/>
                  </a:lnTo>
                  <a:lnTo>
                    <a:pt x="1678470" y="2549004"/>
                  </a:lnTo>
                  <a:lnTo>
                    <a:pt x="1679524" y="2549766"/>
                  </a:lnTo>
                  <a:lnTo>
                    <a:pt x="1680679" y="2550210"/>
                  </a:lnTo>
                  <a:lnTo>
                    <a:pt x="1681124" y="2550439"/>
                  </a:lnTo>
                  <a:lnTo>
                    <a:pt x="1681607" y="2550553"/>
                  </a:lnTo>
                  <a:lnTo>
                    <a:pt x="1683258" y="2550782"/>
                  </a:lnTo>
                  <a:lnTo>
                    <a:pt x="1684413" y="2550668"/>
                  </a:lnTo>
                  <a:lnTo>
                    <a:pt x="1685772" y="2550147"/>
                  </a:lnTo>
                  <a:lnTo>
                    <a:pt x="1747659" y="2518486"/>
                  </a:lnTo>
                  <a:lnTo>
                    <a:pt x="1747659" y="2503119"/>
                  </a:lnTo>
                  <a:lnTo>
                    <a:pt x="1693329" y="2530919"/>
                  </a:lnTo>
                  <a:lnTo>
                    <a:pt x="1747659" y="2311362"/>
                  </a:lnTo>
                  <a:lnTo>
                    <a:pt x="1747659" y="2254504"/>
                  </a:lnTo>
                  <a:lnTo>
                    <a:pt x="1681505" y="2521712"/>
                  </a:lnTo>
                  <a:lnTo>
                    <a:pt x="1644370" y="2429941"/>
                  </a:lnTo>
                  <a:lnTo>
                    <a:pt x="1644370" y="2466454"/>
                  </a:lnTo>
                  <a:lnTo>
                    <a:pt x="1215656" y="1755927"/>
                  </a:lnTo>
                  <a:lnTo>
                    <a:pt x="1277683" y="1702066"/>
                  </a:lnTo>
                  <a:lnTo>
                    <a:pt x="1280210" y="1699869"/>
                  </a:lnTo>
                  <a:lnTo>
                    <a:pt x="1320126" y="1665198"/>
                  </a:lnTo>
                  <a:lnTo>
                    <a:pt x="1323289" y="1672996"/>
                  </a:lnTo>
                  <a:lnTo>
                    <a:pt x="1644370" y="2466454"/>
                  </a:lnTo>
                  <a:lnTo>
                    <a:pt x="1644370" y="2429941"/>
                  </a:lnTo>
                  <a:lnTo>
                    <a:pt x="1332636" y="1659559"/>
                  </a:lnTo>
                  <a:lnTo>
                    <a:pt x="1341069" y="1658556"/>
                  </a:lnTo>
                  <a:lnTo>
                    <a:pt x="1747659" y="1610448"/>
                  </a:lnTo>
                  <a:lnTo>
                    <a:pt x="1747659" y="1596656"/>
                  </a:lnTo>
                  <a:lnTo>
                    <a:pt x="1351508" y="1643532"/>
                  </a:lnTo>
                  <a:lnTo>
                    <a:pt x="1747659" y="1388414"/>
                  </a:lnTo>
                  <a:lnTo>
                    <a:pt x="1747659" y="1372146"/>
                  </a:lnTo>
                  <a:lnTo>
                    <a:pt x="1334630" y="1638198"/>
                  </a:lnTo>
                  <a:lnTo>
                    <a:pt x="1504340" y="1060297"/>
                  </a:lnTo>
                  <a:lnTo>
                    <a:pt x="1509331" y="1066698"/>
                  </a:lnTo>
                  <a:lnTo>
                    <a:pt x="1747659" y="1372146"/>
                  </a:lnTo>
                  <a:lnTo>
                    <a:pt x="1747659" y="1349844"/>
                  </a:lnTo>
                  <a:lnTo>
                    <a:pt x="1517523" y="1054925"/>
                  </a:lnTo>
                  <a:lnTo>
                    <a:pt x="1747659" y="1089926"/>
                  </a:lnTo>
                  <a:lnTo>
                    <a:pt x="1747659" y="1076083"/>
                  </a:lnTo>
                  <a:lnTo>
                    <a:pt x="1507464" y="1039545"/>
                  </a:lnTo>
                  <a:lnTo>
                    <a:pt x="1492402" y="952080"/>
                  </a:lnTo>
                  <a:lnTo>
                    <a:pt x="1492402" y="1032827"/>
                  </a:lnTo>
                  <a:lnTo>
                    <a:pt x="1489684" y="1031367"/>
                  </a:lnTo>
                  <a:lnTo>
                    <a:pt x="1489684" y="1046937"/>
                  </a:lnTo>
                  <a:lnTo>
                    <a:pt x="1488249" y="1048219"/>
                  </a:lnTo>
                  <a:lnTo>
                    <a:pt x="1488249" y="1066507"/>
                  </a:lnTo>
                  <a:lnTo>
                    <a:pt x="1479651" y="1095819"/>
                  </a:lnTo>
                  <a:lnTo>
                    <a:pt x="1318348" y="1645018"/>
                  </a:lnTo>
                  <a:lnTo>
                    <a:pt x="1309408" y="1641983"/>
                  </a:lnTo>
                  <a:lnTo>
                    <a:pt x="1309408" y="1656448"/>
                  </a:lnTo>
                  <a:lnTo>
                    <a:pt x="1206906" y="1745386"/>
                  </a:lnTo>
                  <a:lnTo>
                    <a:pt x="985799" y="1546504"/>
                  </a:lnTo>
                  <a:lnTo>
                    <a:pt x="1309408" y="1656448"/>
                  </a:lnTo>
                  <a:lnTo>
                    <a:pt x="1309408" y="1641983"/>
                  </a:lnTo>
                  <a:lnTo>
                    <a:pt x="969784" y="1526603"/>
                  </a:lnTo>
                  <a:lnTo>
                    <a:pt x="1456461" y="1094714"/>
                  </a:lnTo>
                  <a:lnTo>
                    <a:pt x="1488249" y="1066507"/>
                  </a:lnTo>
                  <a:lnTo>
                    <a:pt x="1488249" y="1048219"/>
                  </a:lnTo>
                  <a:lnTo>
                    <a:pt x="961644" y="1515516"/>
                  </a:lnTo>
                  <a:lnTo>
                    <a:pt x="862812" y="707453"/>
                  </a:lnTo>
                  <a:lnTo>
                    <a:pt x="867283" y="709879"/>
                  </a:lnTo>
                  <a:lnTo>
                    <a:pt x="1484541" y="1044143"/>
                  </a:lnTo>
                  <a:lnTo>
                    <a:pt x="1489684" y="1046937"/>
                  </a:lnTo>
                  <a:lnTo>
                    <a:pt x="1489684" y="1031367"/>
                  </a:lnTo>
                  <a:lnTo>
                    <a:pt x="875157" y="698563"/>
                  </a:lnTo>
                  <a:lnTo>
                    <a:pt x="1407553" y="608812"/>
                  </a:lnTo>
                  <a:lnTo>
                    <a:pt x="1419059" y="606869"/>
                  </a:lnTo>
                  <a:lnTo>
                    <a:pt x="1421688" y="622096"/>
                  </a:lnTo>
                  <a:lnTo>
                    <a:pt x="1423263" y="631240"/>
                  </a:lnTo>
                  <a:lnTo>
                    <a:pt x="1492402" y="1032827"/>
                  </a:lnTo>
                  <a:lnTo>
                    <a:pt x="1492402" y="952080"/>
                  </a:lnTo>
                  <a:lnTo>
                    <a:pt x="1434401" y="615226"/>
                  </a:lnTo>
                  <a:lnTo>
                    <a:pt x="1434604" y="615391"/>
                  </a:lnTo>
                  <a:lnTo>
                    <a:pt x="1747659" y="858494"/>
                  </a:lnTo>
                  <a:lnTo>
                    <a:pt x="1747659" y="841146"/>
                  </a:lnTo>
                  <a:lnTo>
                    <a:pt x="1442440" y="604126"/>
                  </a:lnTo>
                  <a:lnTo>
                    <a:pt x="1747659" y="574192"/>
                  </a:lnTo>
                  <a:lnTo>
                    <a:pt x="1747659" y="560438"/>
                  </a:lnTo>
                  <a:lnTo>
                    <a:pt x="1443850" y="590232"/>
                  </a:lnTo>
                  <a:lnTo>
                    <a:pt x="1747659" y="302310"/>
                  </a:lnTo>
                  <a:lnTo>
                    <a:pt x="1747659" y="283476"/>
                  </a:lnTo>
                  <a:close/>
                </a:path>
                <a:path w="1748155" h="2550795">
                  <a:moveTo>
                    <a:pt x="1747659" y="146748"/>
                  </a:moveTo>
                  <a:lnTo>
                    <a:pt x="1677657" y="0"/>
                  </a:lnTo>
                  <a:lnTo>
                    <a:pt x="1662518" y="0"/>
                  </a:lnTo>
                  <a:lnTo>
                    <a:pt x="1747659" y="178460"/>
                  </a:lnTo>
                  <a:lnTo>
                    <a:pt x="1747659" y="146748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-12188" y="-1150"/>
            <a:ext cx="5483860" cy="2003425"/>
            <a:chOff x="-12188" y="-1150"/>
            <a:chExt cx="5483860" cy="2003425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2188" y="-1150"/>
              <a:ext cx="3845918" cy="200280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581" y="403336"/>
              <a:ext cx="5133974" cy="155257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36875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ABSTRACT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78410" y="4316726"/>
            <a:ext cx="78018" cy="7801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78410" y="5330967"/>
            <a:ext cx="78018" cy="7801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78410" y="6007127"/>
            <a:ext cx="78018" cy="78018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5192585" y="8165293"/>
            <a:ext cx="3108325" cy="2123440"/>
            <a:chOff x="15192585" y="8165293"/>
            <a:chExt cx="3108325" cy="2123440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92585" y="8270491"/>
              <a:ext cx="3107843" cy="201776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122360" y="8165293"/>
              <a:ext cx="1666874" cy="166687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554660" y="4128911"/>
            <a:ext cx="11347450" cy="2392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5"/>
              </a:spcBef>
            </a:pP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Smart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Management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is</a:t>
            </a:r>
            <a:r>
              <a:rPr dirty="0" sz="19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10">
                <a:solidFill>
                  <a:srgbClr val="0C3470"/>
                </a:solidFill>
                <a:latin typeface="Tahoma"/>
                <a:cs typeface="Tahoma"/>
              </a:rPr>
              <a:t>web-</a:t>
            </a:r>
            <a:r>
              <a:rPr dirty="0" sz="1900" spc="85">
                <a:solidFill>
                  <a:srgbClr val="0C3470"/>
                </a:solidFill>
                <a:latin typeface="Tahoma"/>
                <a:cs typeface="Tahoma"/>
              </a:rPr>
              <a:t>based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solution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that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simplifies</a:t>
            </a:r>
            <a:r>
              <a:rPr dirty="0" sz="19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r>
              <a:rPr dirty="0" sz="19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0">
                <a:solidFill>
                  <a:srgbClr val="0C3470"/>
                </a:solidFill>
                <a:latin typeface="Tahoma"/>
                <a:cs typeface="Tahoma"/>
              </a:rPr>
              <a:t>operations </a:t>
            </a:r>
            <a:r>
              <a:rPr dirty="0" sz="1900" spc="90">
                <a:solidFill>
                  <a:srgbClr val="0C3470"/>
                </a:solidFill>
                <a:latin typeface="Tahoma"/>
                <a:cs typeface="Tahoma"/>
              </a:rPr>
              <a:t>by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replacing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manual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0">
                <a:solidFill>
                  <a:srgbClr val="0C3470"/>
                </a:solidFill>
                <a:latin typeface="Tahoma"/>
                <a:cs typeface="Tahoma"/>
              </a:rPr>
              <a:t>processes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with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digital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platform.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-120">
                <a:solidFill>
                  <a:srgbClr val="0C3470"/>
                </a:solidFill>
                <a:latin typeface="Tahoma"/>
                <a:cs typeface="Tahoma"/>
              </a:rPr>
              <a:t>It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enables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online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appointment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booking,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secure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record</a:t>
            </a:r>
            <a:r>
              <a:rPr dirty="0" sz="19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management,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9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efficient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coordination</a:t>
            </a:r>
            <a:r>
              <a:rPr dirty="0" sz="19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between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patients,</a:t>
            </a:r>
            <a:r>
              <a:rPr dirty="0" sz="19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doctors,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9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0C3470"/>
                </a:solidFill>
                <a:latin typeface="Tahoma"/>
                <a:cs typeface="Tahoma"/>
              </a:rPr>
              <a:t>administrators.</a:t>
            </a:r>
            <a:endParaRPr sz="1900">
              <a:latin typeface="Tahoma"/>
              <a:cs typeface="Tahoma"/>
            </a:endParaRPr>
          </a:p>
          <a:p>
            <a:pPr marL="12700" marR="648335">
              <a:lnSpc>
                <a:spcPct val="116799"/>
              </a:lnSpc>
            </a:pPr>
            <a:r>
              <a:rPr dirty="0" sz="1900" spc="155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key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feature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of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is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0">
                <a:solidFill>
                  <a:srgbClr val="0C3470"/>
                </a:solidFill>
                <a:latin typeface="Tahoma"/>
                <a:cs typeface="Tahoma"/>
              </a:rPr>
              <a:t>anonymous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mental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health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consultation,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allowing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patients</a:t>
            </a:r>
            <a:r>
              <a:rPr dirty="0" sz="19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190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seek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support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privately.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95">
                <a:solidFill>
                  <a:srgbClr val="0C3470"/>
                </a:solidFill>
                <a:latin typeface="Tahoma"/>
                <a:cs typeface="Tahoma"/>
              </a:rPr>
              <a:t>An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integrated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chatbot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further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improves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user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interaction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900" spc="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guidance.</a:t>
            </a:r>
            <a:endParaRPr sz="1900">
              <a:latin typeface="Tahoma"/>
              <a:cs typeface="Tahoma"/>
            </a:endParaRPr>
          </a:p>
          <a:p>
            <a:pPr marL="12700" marR="874394">
              <a:lnSpc>
                <a:spcPct val="116799"/>
              </a:lnSpc>
            </a:pP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45">
                <a:solidFill>
                  <a:srgbClr val="0C3470"/>
                </a:solidFill>
                <a:latin typeface="Tahoma"/>
                <a:cs typeface="Tahoma"/>
              </a:rPr>
              <a:t>solution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enhances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efficiency,</a:t>
            </a:r>
            <a:r>
              <a:rPr dirty="0" sz="1900" spc="-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85">
                <a:solidFill>
                  <a:srgbClr val="0C3470"/>
                </a:solidFill>
                <a:latin typeface="Tahoma"/>
                <a:cs typeface="Tahoma"/>
              </a:rPr>
              <a:t>reduces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waiting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time,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70">
                <a:solidFill>
                  <a:srgbClr val="0C3470"/>
                </a:solidFill>
                <a:latin typeface="Tahoma"/>
                <a:cs typeface="Tahoma"/>
              </a:rPr>
              <a:t>ensures</a:t>
            </a:r>
            <a:r>
              <a:rPr dirty="0" sz="1900" spc="-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security,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9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promotes </a:t>
            </a:r>
            <a:r>
              <a:rPr dirty="0" sz="1900" spc="95">
                <a:solidFill>
                  <a:srgbClr val="0C3470"/>
                </a:solidFill>
                <a:latin typeface="Tahoma"/>
                <a:cs typeface="Tahoma"/>
              </a:rPr>
              <a:t>accessible</a:t>
            </a:r>
            <a:r>
              <a:rPr dirty="0" sz="190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90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65">
                <a:solidFill>
                  <a:srgbClr val="0C3470"/>
                </a:solidFill>
                <a:latin typeface="Tahoma"/>
                <a:cs typeface="Tahoma"/>
              </a:rPr>
              <a:t>inclusive</a:t>
            </a:r>
            <a:r>
              <a:rPr dirty="0" sz="190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50">
                <a:solidFill>
                  <a:srgbClr val="0C3470"/>
                </a:solidFill>
                <a:latin typeface="Tahoma"/>
                <a:cs typeface="Tahoma"/>
              </a:rPr>
              <a:t>healthcare</a:t>
            </a:r>
            <a:r>
              <a:rPr dirty="0" sz="190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900" spc="80">
                <a:solidFill>
                  <a:srgbClr val="0C3470"/>
                </a:solidFill>
                <a:latin typeface="Tahoma"/>
                <a:cs typeface="Tahoma"/>
              </a:rPr>
              <a:t>services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696472" y="9809888"/>
            <a:ext cx="1244600" cy="477520"/>
          </a:xfrm>
          <a:custGeom>
            <a:avLst/>
            <a:gdLst/>
            <a:ahLst/>
            <a:cxnLst/>
            <a:rect l="l" t="t" r="r" b="b"/>
            <a:pathLst>
              <a:path w="1244600" h="477520">
                <a:moveTo>
                  <a:pt x="155418" y="203421"/>
                </a:moveTo>
                <a:lnTo>
                  <a:pt x="156822" y="201401"/>
                </a:lnTo>
                <a:lnTo>
                  <a:pt x="158312" y="200481"/>
                </a:lnTo>
                <a:lnTo>
                  <a:pt x="1117073" y="204"/>
                </a:lnTo>
                <a:lnTo>
                  <a:pt x="1118483" y="0"/>
                </a:lnTo>
                <a:lnTo>
                  <a:pt x="1119861" y="224"/>
                </a:lnTo>
                <a:lnTo>
                  <a:pt x="1244209" y="477110"/>
                </a:lnTo>
                <a:lnTo>
                  <a:pt x="1230073" y="477110"/>
                </a:lnTo>
                <a:lnTo>
                  <a:pt x="1128386" y="75482"/>
                </a:lnTo>
                <a:lnTo>
                  <a:pt x="1115590" y="93883"/>
                </a:lnTo>
                <a:lnTo>
                  <a:pt x="1112192" y="26195"/>
                </a:lnTo>
                <a:lnTo>
                  <a:pt x="882800" y="332165"/>
                </a:lnTo>
                <a:lnTo>
                  <a:pt x="1101718" y="17345"/>
                </a:lnTo>
                <a:lnTo>
                  <a:pt x="173630" y="211216"/>
                </a:lnTo>
                <a:lnTo>
                  <a:pt x="165479" y="222938"/>
                </a:lnTo>
                <a:lnTo>
                  <a:pt x="162281" y="218951"/>
                </a:lnTo>
                <a:lnTo>
                  <a:pt x="76762" y="341933"/>
                </a:lnTo>
                <a:lnTo>
                  <a:pt x="155418" y="203421"/>
                </a:lnTo>
                <a:close/>
              </a:path>
              <a:path w="1244600" h="477520">
                <a:moveTo>
                  <a:pt x="1115590" y="93883"/>
                </a:moveTo>
                <a:lnTo>
                  <a:pt x="1128386" y="75482"/>
                </a:lnTo>
                <a:lnTo>
                  <a:pt x="1148537" y="477110"/>
                </a:lnTo>
                <a:lnTo>
                  <a:pt x="1134832" y="477110"/>
                </a:lnTo>
                <a:lnTo>
                  <a:pt x="1115590" y="93883"/>
                </a:lnTo>
                <a:close/>
              </a:path>
              <a:path w="1244600" h="477520">
                <a:moveTo>
                  <a:pt x="757095" y="477110"/>
                </a:moveTo>
                <a:lnTo>
                  <a:pt x="1101718" y="17345"/>
                </a:lnTo>
                <a:lnTo>
                  <a:pt x="882800" y="332165"/>
                </a:lnTo>
                <a:lnTo>
                  <a:pt x="774132" y="477110"/>
                </a:lnTo>
                <a:lnTo>
                  <a:pt x="757095" y="477110"/>
                </a:lnTo>
                <a:close/>
              </a:path>
              <a:path w="1244600" h="477520">
                <a:moveTo>
                  <a:pt x="165479" y="222938"/>
                </a:moveTo>
                <a:lnTo>
                  <a:pt x="173630" y="211216"/>
                </a:lnTo>
                <a:lnTo>
                  <a:pt x="386913" y="477110"/>
                </a:lnTo>
                <a:lnTo>
                  <a:pt x="369366" y="477110"/>
                </a:lnTo>
                <a:lnTo>
                  <a:pt x="165479" y="222938"/>
                </a:lnTo>
                <a:close/>
              </a:path>
              <a:path w="1244600" h="477520">
                <a:moveTo>
                  <a:pt x="76762" y="341933"/>
                </a:moveTo>
                <a:lnTo>
                  <a:pt x="162281" y="218951"/>
                </a:lnTo>
                <a:lnTo>
                  <a:pt x="15675" y="477110"/>
                </a:lnTo>
                <a:lnTo>
                  <a:pt x="0" y="477110"/>
                </a:lnTo>
                <a:lnTo>
                  <a:pt x="76762" y="34193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0" y="8376246"/>
            <a:ext cx="1527810" cy="1911350"/>
          </a:xfrm>
          <a:custGeom>
            <a:avLst/>
            <a:gdLst/>
            <a:ahLst/>
            <a:cxnLst/>
            <a:rect l="l" t="t" r="r" b="b"/>
            <a:pathLst>
              <a:path w="1527810" h="1911350">
                <a:moveTo>
                  <a:pt x="1527594" y="1910753"/>
                </a:moveTo>
                <a:lnTo>
                  <a:pt x="1415846" y="1737233"/>
                </a:lnTo>
                <a:lnTo>
                  <a:pt x="1387652" y="1720913"/>
                </a:lnTo>
                <a:lnTo>
                  <a:pt x="1387652" y="1736483"/>
                </a:lnTo>
                <a:lnTo>
                  <a:pt x="584949" y="1815198"/>
                </a:lnTo>
                <a:lnTo>
                  <a:pt x="884872" y="1530972"/>
                </a:lnTo>
                <a:lnTo>
                  <a:pt x="932649" y="1485696"/>
                </a:lnTo>
                <a:lnTo>
                  <a:pt x="1387652" y="1736483"/>
                </a:lnTo>
                <a:lnTo>
                  <a:pt x="1387652" y="1720913"/>
                </a:lnTo>
                <a:lnTo>
                  <a:pt x="936790" y="1472387"/>
                </a:lnTo>
                <a:lnTo>
                  <a:pt x="923277" y="1444066"/>
                </a:lnTo>
                <a:lnTo>
                  <a:pt x="923277" y="1475740"/>
                </a:lnTo>
                <a:lnTo>
                  <a:pt x="574967" y="1805800"/>
                </a:lnTo>
                <a:lnTo>
                  <a:pt x="681240" y="968476"/>
                </a:lnTo>
                <a:lnTo>
                  <a:pt x="923277" y="1475740"/>
                </a:lnTo>
                <a:lnTo>
                  <a:pt x="923277" y="1444066"/>
                </a:lnTo>
                <a:lnTo>
                  <a:pt x="687692" y="950252"/>
                </a:lnTo>
                <a:lnTo>
                  <a:pt x="687819" y="949833"/>
                </a:lnTo>
                <a:lnTo>
                  <a:pt x="687870" y="948753"/>
                </a:lnTo>
                <a:lnTo>
                  <a:pt x="687539" y="947178"/>
                </a:lnTo>
                <a:lnTo>
                  <a:pt x="666457" y="878916"/>
                </a:lnTo>
                <a:lnTo>
                  <a:pt x="666457" y="976071"/>
                </a:lnTo>
                <a:lnTo>
                  <a:pt x="664349" y="992771"/>
                </a:lnTo>
                <a:lnTo>
                  <a:pt x="559600" y="1818030"/>
                </a:lnTo>
                <a:lnTo>
                  <a:pt x="10477" y="1910600"/>
                </a:lnTo>
                <a:lnTo>
                  <a:pt x="652106" y="992581"/>
                </a:lnTo>
                <a:lnTo>
                  <a:pt x="666457" y="976071"/>
                </a:lnTo>
                <a:lnTo>
                  <a:pt x="666457" y="878916"/>
                </a:lnTo>
                <a:lnTo>
                  <a:pt x="666191" y="878052"/>
                </a:lnTo>
                <a:lnTo>
                  <a:pt x="666191" y="924496"/>
                </a:lnTo>
                <a:lnTo>
                  <a:pt x="475373" y="732967"/>
                </a:lnTo>
                <a:lnTo>
                  <a:pt x="596252" y="732116"/>
                </a:lnTo>
                <a:lnTo>
                  <a:pt x="606767" y="732040"/>
                </a:lnTo>
                <a:lnTo>
                  <a:pt x="666191" y="924496"/>
                </a:lnTo>
                <a:lnTo>
                  <a:pt x="666191" y="878052"/>
                </a:lnTo>
                <a:lnTo>
                  <a:pt x="618807" y="724585"/>
                </a:lnTo>
                <a:lnTo>
                  <a:pt x="699757" y="116001"/>
                </a:lnTo>
                <a:lnTo>
                  <a:pt x="694372" y="108331"/>
                </a:lnTo>
                <a:lnTo>
                  <a:pt x="694232" y="108292"/>
                </a:lnTo>
                <a:lnTo>
                  <a:pt x="693978" y="108267"/>
                </a:lnTo>
                <a:lnTo>
                  <a:pt x="0" y="0"/>
                </a:lnTo>
                <a:lnTo>
                  <a:pt x="0" y="13868"/>
                </a:lnTo>
                <a:lnTo>
                  <a:pt x="671080" y="118554"/>
                </a:lnTo>
                <a:lnTo>
                  <a:pt x="0" y="462178"/>
                </a:lnTo>
                <a:lnTo>
                  <a:pt x="0" y="477481"/>
                </a:lnTo>
                <a:lnTo>
                  <a:pt x="654481" y="142443"/>
                </a:lnTo>
                <a:lnTo>
                  <a:pt x="680186" y="129286"/>
                </a:lnTo>
                <a:lnTo>
                  <a:pt x="678484" y="133743"/>
                </a:lnTo>
                <a:lnTo>
                  <a:pt x="678484" y="172034"/>
                </a:lnTo>
                <a:lnTo>
                  <a:pt x="605815" y="718350"/>
                </a:lnTo>
                <a:lnTo>
                  <a:pt x="468972" y="719340"/>
                </a:lnTo>
                <a:lnTo>
                  <a:pt x="678484" y="172034"/>
                </a:lnTo>
                <a:lnTo>
                  <a:pt x="678484" y="133743"/>
                </a:lnTo>
                <a:lnTo>
                  <a:pt x="645871" y="218922"/>
                </a:lnTo>
                <a:lnTo>
                  <a:pt x="455142" y="717143"/>
                </a:lnTo>
                <a:lnTo>
                  <a:pt x="0" y="522820"/>
                </a:lnTo>
                <a:lnTo>
                  <a:pt x="0" y="537718"/>
                </a:lnTo>
                <a:lnTo>
                  <a:pt x="416687" y="715619"/>
                </a:lnTo>
                <a:lnTo>
                  <a:pt x="0" y="678675"/>
                </a:lnTo>
                <a:lnTo>
                  <a:pt x="0" y="692404"/>
                </a:lnTo>
                <a:lnTo>
                  <a:pt x="407720" y="728535"/>
                </a:lnTo>
                <a:lnTo>
                  <a:pt x="433006" y="730770"/>
                </a:lnTo>
                <a:lnTo>
                  <a:pt x="0" y="931976"/>
                </a:lnTo>
                <a:lnTo>
                  <a:pt x="0" y="947077"/>
                </a:lnTo>
                <a:lnTo>
                  <a:pt x="417499" y="753071"/>
                </a:lnTo>
                <a:lnTo>
                  <a:pt x="436194" y="744385"/>
                </a:lnTo>
                <a:lnTo>
                  <a:pt x="457542" y="734466"/>
                </a:lnTo>
                <a:lnTo>
                  <a:pt x="467423" y="744397"/>
                </a:lnTo>
                <a:lnTo>
                  <a:pt x="658241" y="935926"/>
                </a:lnTo>
                <a:lnTo>
                  <a:pt x="664667" y="942365"/>
                </a:lnTo>
                <a:lnTo>
                  <a:pt x="0" y="952055"/>
                </a:lnTo>
                <a:lnTo>
                  <a:pt x="0" y="965733"/>
                </a:lnTo>
                <a:lnTo>
                  <a:pt x="655040" y="956195"/>
                </a:lnTo>
                <a:lnTo>
                  <a:pt x="660895" y="956119"/>
                </a:lnTo>
                <a:lnTo>
                  <a:pt x="641413" y="983996"/>
                </a:lnTo>
                <a:lnTo>
                  <a:pt x="272516" y="1408366"/>
                </a:lnTo>
                <a:lnTo>
                  <a:pt x="0" y="1010272"/>
                </a:lnTo>
                <a:lnTo>
                  <a:pt x="0" y="1034516"/>
                </a:lnTo>
                <a:lnTo>
                  <a:pt x="253809" y="1405267"/>
                </a:lnTo>
                <a:lnTo>
                  <a:pt x="0" y="1307655"/>
                </a:lnTo>
                <a:lnTo>
                  <a:pt x="0" y="1322324"/>
                </a:lnTo>
                <a:lnTo>
                  <a:pt x="245757" y="1416850"/>
                </a:lnTo>
                <a:lnTo>
                  <a:pt x="246583" y="1417167"/>
                </a:lnTo>
                <a:lnTo>
                  <a:pt x="0" y="1461604"/>
                </a:lnTo>
                <a:lnTo>
                  <a:pt x="0" y="1475524"/>
                </a:lnTo>
                <a:lnTo>
                  <a:pt x="235534" y="1433068"/>
                </a:lnTo>
                <a:lnTo>
                  <a:pt x="273304" y="1426248"/>
                </a:lnTo>
                <a:lnTo>
                  <a:pt x="274904" y="1425892"/>
                </a:lnTo>
                <a:lnTo>
                  <a:pt x="276174" y="1425105"/>
                </a:lnTo>
                <a:lnTo>
                  <a:pt x="277088" y="1424025"/>
                </a:lnTo>
                <a:lnTo>
                  <a:pt x="566851" y="1090663"/>
                </a:lnTo>
                <a:lnTo>
                  <a:pt x="0" y="1901698"/>
                </a:lnTo>
                <a:lnTo>
                  <a:pt x="0" y="1910753"/>
                </a:lnTo>
                <a:lnTo>
                  <a:pt x="10375" y="1910753"/>
                </a:lnTo>
                <a:lnTo>
                  <a:pt x="91986" y="1910753"/>
                </a:lnTo>
                <a:lnTo>
                  <a:pt x="548665" y="1833778"/>
                </a:lnTo>
                <a:lnTo>
                  <a:pt x="560171" y="1831835"/>
                </a:lnTo>
                <a:lnTo>
                  <a:pt x="562787" y="1847062"/>
                </a:lnTo>
                <a:lnTo>
                  <a:pt x="564362" y="1856206"/>
                </a:lnTo>
                <a:lnTo>
                  <a:pt x="573760" y="1910753"/>
                </a:lnTo>
                <a:lnTo>
                  <a:pt x="587654" y="1910753"/>
                </a:lnTo>
                <a:lnTo>
                  <a:pt x="575500" y="1840191"/>
                </a:lnTo>
                <a:lnTo>
                  <a:pt x="575703" y="1840357"/>
                </a:lnTo>
                <a:lnTo>
                  <a:pt x="666369" y="1910753"/>
                </a:lnTo>
                <a:lnTo>
                  <a:pt x="688708" y="1910753"/>
                </a:lnTo>
                <a:lnTo>
                  <a:pt x="583539" y="1829092"/>
                </a:lnTo>
                <a:lnTo>
                  <a:pt x="1377391" y="1751253"/>
                </a:lnTo>
                <a:lnTo>
                  <a:pt x="1401419" y="1748891"/>
                </a:lnTo>
                <a:lnTo>
                  <a:pt x="1391881" y="1789074"/>
                </a:lnTo>
                <a:lnTo>
                  <a:pt x="1362989" y="1910753"/>
                </a:lnTo>
                <a:lnTo>
                  <a:pt x="1377048" y="1910753"/>
                </a:lnTo>
                <a:lnTo>
                  <a:pt x="1413243" y="1758365"/>
                </a:lnTo>
                <a:lnTo>
                  <a:pt x="1511376" y="1910753"/>
                </a:lnTo>
                <a:lnTo>
                  <a:pt x="1527594" y="191075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0501" rIns="0" bIns="0" rtlCol="0" vert="horz">
            <a:spAutoFit/>
          </a:bodyPr>
          <a:lstStyle/>
          <a:p>
            <a:pPr marL="1039494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TECHNICAL</a:t>
            </a:r>
            <a:r>
              <a:rPr dirty="0" spc="-290"/>
              <a:t> </a:t>
            </a:r>
            <a:r>
              <a:rPr dirty="0" spc="-30"/>
              <a:t>APPROACH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8578" y="3914543"/>
            <a:ext cx="85725" cy="857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8578" y="4228867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8578" y="4543192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8578" y="4857517"/>
            <a:ext cx="85725" cy="857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28578" y="5171842"/>
            <a:ext cx="85725" cy="857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90478" y="5781442"/>
            <a:ext cx="76200" cy="761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90478" y="6076717"/>
            <a:ext cx="76200" cy="761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90478" y="6371992"/>
            <a:ext cx="76200" cy="7619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90478" y="6667267"/>
            <a:ext cx="76200" cy="7619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90478" y="6962542"/>
            <a:ext cx="76200" cy="7619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90478" y="7257817"/>
            <a:ext cx="76200" cy="76199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90478" y="7553092"/>
            <a:ext cx="76200" cy="7619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90478" y="7848367"/>
            <a:ext cx="76200" cy="7619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90478" y="8143642"/>
            <a:ext cx="76200" cy="7619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90478" y="8438917"/>
            <a:ext cx="76200" cy="76199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758666" y="3428050"/>
            <a:ext cx="13267055" cy="517588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750" b="1">
                <a:solidFill>
                  <a:srgbClr val="0C3470"/>
                </a:solidFill>
                <a:latin typeface="Tahoma"/>
                <a:cs typeface="Tahoma"/>
              </a:rPr>
              <a:t>Technologies</a:t>
            </a:r>
            <a:r>
              <a:rPr dirty="0" sz="1750" spc="5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-20" b="1">
                <a:solidFill>
                  <a:srgbClr val="0C3470"/>
                </a:solidFill>
                <a:latin typeface="Tahoma"/>
                <a:cs typeface="Tahoma"/>
              </a:rPr>
              <a:t>Used</a:t>
            </a:r>
            <a:endParaRPr sz="1750">
              <a:latin typeface="Tahoma"/>
              <a:cs typeface="Tahoma"/>
            </a:endParaRPr>
          </a:p>
          <a:p>
            <a:pPr marL="782955" marR="8274050">
              <a:lnSpc>
                <a:spcPct val="117900"/>
              </a:lnSpc>
            </a:pPr>
            <a:r>
              <a:rPr dirty="0" sz="1750" spc="45">
                <a:solidFill>
                  <a:srgbClr val="0C3470"/>
                </a:solidFill>
                <a:latin typeface="Tahoma"/>
                <a:cs typeface="Tahoma"/>
              </a:rPr>
              <a:t>Frontend:</a:t>
            </a:r>
            <a:r>
              <a:rPr dirty="0" sz="17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05">
                <a:solidFill>
                  <a:srgbClr val="0C3470"/>
                </a:solidFill>
                <a:latin typeface="Tahoma"/>
                <a:cs typeface="Tahoma"/>
              </a:rPr>
              <a:t>HTML,</a:t>
            </a:r>
            <a:r>
              <a:rPr dirty="0" sz="17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25">
                <a:solidFill>
                  <a:srgbClr val="0C3470"/>
                </a:solidFill>
                <a:latin typeface="Tahoma"/>
                <a:cs typeface="Tahoma"/>
              </a:rPr>
              <a:t>CSS,</a:t>
            </a:r>
            <a:r>
              <a:rPr dirty="0" sz="17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85">
                <a:solidFill>
                  <a:srgbClr val="0C3470"/>
                </a:solidFill>
                <a:latin typeface="Tahoma"/>
                <a:cs typeface="Tahoma"/>
              </a:rPr>
              <a:t>JavaScript </a:t>
            </a:r>
            <a:r>
              <a:rPr dirty="0" sz="1750" spc="70">
                <a:solidFill>
                  <a:srgbClr val="0C3470"/>
                </a:solidFill>
                <a:latin typeface="Tahoma"/>
                <a:cs typeface="Tahoma"/>
              </a:rPr>
              <a:t>Backend:</a:t>
            </a:r>
            <a:r>
              <a:rPr dirty="0" sz="17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0C3470"/>
                </a:solidFill>
                <a:latin typeface="Tahoma"/>
                <a:cs typeface="Tahoma"/>
              </a:rPr>
              <a:t>Python</a:t>
            </a:r>
            <a:r>
              <a:rPr dirty="0" sz="1750" spc="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0C3470"/>
                </a:solidFill>
                <a:latin typeface="Tahoma"/>
                <a:cs typeface="Tahoma"/>
              </a:rPr>
              <a:t>with </a:t>
            </a:r>
            <a:r>
              <a:rPr dirty="0" sz="1750" spc="85">
                <a:solidFill>
                  <a:srgbClr val="0C3470"/>
                </a:solidFill>
                <a:latin typeface="Tahoma"/>
                <a:cs typeface="Tahoma"/>
              </a:rPr>
              <a:t>Flask</a:t>
            </a:r>
            <a:r>
              <a:rPr dirty="0" sz="1750" spc="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0C3470"/>
                </a:solidFill>
                <a:latin typeface="Tahoma"/>
                <a:cs typeface="Tahoma"/>
              </a:rPr>
              <a:t>framework </a:t>
            </a:r>
            <a:r>
              <a:rPr dirty="0" sz="1750" spc="50">
                <a:solidFill>
                  <a:srgbClr val="0C3470"/>
                </a:solidFill>
                <a:latin typeface="Tahoma"/>
                <a:cs typeface="Tahoma"/>
              </a:rPr>
              <a:t>Database:</a:t>
            </a:r>
            <a:r>
              <a:rPr dirty="0" sz="1750" spc="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45">
                <a:solidFill>
                  <a:srgbClr val="0C3470"/>
                </a:solidFill>
                <a:latin typeface="Tahoma"/>
                <a:cs typeface="Tahoma"/>
              </a:rPr>
              <a:t>MySQL</a:t>
            </a:r>
            <a:r>
              <a:rPr dirty="0" sz="1750" spc="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0C3470"/>
                </a:solidFill>
                <a:latin typeface="Tahoma"/>
                <a:cs typeface="Tahoma"/>
              </a:rPr>
              <a:t>(Relational</a:t>
            </a:r>
            <a:r>
              <a:rPr dirty="0" sz="1750" spc="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50">
                <a:solidFill>
                  <a:srgbClr val="0C3470"/>
                </a:solidFill>
                <a:latin typeface="Tahoma"/>
                <a:cs typeface="Tahoma"/>
              </a:rPr>
              <a:t>Database) Tools:</a:t>
            </a:r>
            <a:r>
              <a:rPr dirty="0" sz="17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55">
                <a:solidFill>
                  <a:srgbClr val="0C3470"/>
                </a:solidFill>
                <a:latin typeface="Tahoma"/>
                <a:cs typeface="Tahoma"/>
              </a:rPr>
              <a:t>VS</a:t>
            </a:r>
            <a:r>
              <a:rPr dirty="0" sz="17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0C3470"/>
                </a:solidFill>
                <a:latin typeface="Tahoma"/>
                <a:cs typeface="Tahoma"/>
              </a:rPr>
              <a:t>Code,</a:t>
            </a:r>
            <a:r>
              <a:rPr dirty="0" sz="17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80">
                <a:solidFill>
                  <a:srgbClr val="0C3470"/>
                </a:solidFill>
                <a:latin typeface="Tahoma"/>
                <a:cs typeface="Tahoma"/>
              </a:rPr>
              <a:t>XAMPP</a:t>
            </a:r>
            <a:r>
              <a:rPr dirty="0" sz="17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>
                <a:solidFill>
                  <a:srgbClr val="0C3470"/>
                </a:solidFill>
                <a:latin typeface="Tahoma"/>
                <a:cs typeface="Tahoma"/>
              </a:rPr>
              <a:t>/</a:t>
            </a:r>
            <a:r>
              <a:rPr dirty="0" sz="17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0C3470"/>
                </a:solidFill>
                <a:latin typeface="Tahoma"/>
                <a:cs typeface="Tahoma"/>
              </a:rPr>
              <a:t>Local</a:t>
            </a:r>
            <a:r>
              <a:rPr dirty="0" sz="17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70">
                <a:solidFill>
                  <a:srgbClr val="0C3470"/>
                </a:solidFill>
                <a:latin typeface="Tahoma"/>
                <a:cs typeface="Tahoma"/>
              </a:rPr>
              <a:t>Server</a:t>
            </a:r>
            <a:endParaRPr sz="1750">
              <a:latin typeface="Tahoma"/>
              <a:cs typeface="Tahoma"/>
            </a:endParaRPr>
          </a:p>
          <a:p>
            <a:pPr marL="782955">
              <a:lnSpc>
                <a:spcPct val="100000"/>
              </a:lnSpc>
              <a:spcBef>
                <a:spcPts val="375"/>
              </a:spcBef>
            </a:pPr>
            <a:r>
              <a:rPr dirty="0" sz="1750" spc="55">
                <a:solidFill>
                  <a:srgbClr val="0C3470"/>
                </a:solidFill>
                <a:latin typeface="Tahoma"/>
                <a:cs typeface="Tahoma"/>
              </a:rPr>
              <a:t>Architecture:</a:t>
            </a:r>
            <a:r>
              <a:rPr dirty="0" sz="17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0C3470"/>
                </a:solidFill>
                <a:latin typeface="Tahoma"/>
                <a:cs typeface="Tahoma"/>
              </a:rPr>
              <a:t>Client–Server</a:t>
            </a:r>
            <a:r>
              <a:rPr dirty="0" sz="17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114">
                <a:solidFill>
                  <a:srgbClr val="0C3470"/>
                </a:solidFill>
                <a:latin typeface="Tahoma"/>
                <a:cs typeface="Tahoma"/>
              </a:rPr>
              <a:t>Web</a:t>
            </a:r>
            <a:r>
              <a:rPr dirty="0" sz="17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0C3470"/>
                </a:solidFill>
                <a:latin typeface="Tahoma"/>
                <a:cs typeface="Tahoma"/>
              </a:rPr>
              <a:t>Architecture</a:t>
            </a:r>
            <a:endParaRPr sz="1750">
              <a:latin typeface="Tahoma"/>
              <a:cs typeface="Tahoma"/>
            </a:endParaRPr>
          </a:p>
          <a:p>
            <a:pPr marL="739775" marR="7665720" indent="-727710">
              <a:lnSpc>
                <a:spcPct val="116799"/>
              </a:lnSpc>
              <a:spcBef>
                <a:spcPts val="25"/>
              </a:spcBef>
            </a:pPr>
            <a:r>
              <a:rPr dirty="0" sz="1750" b="1">
                <a:solidFill>
                  <a:srgbClr val="0C3470"/>
                </a:solidFill>
                <a:latin typeface="Tahoma"/>
                <a:cs typeface="Tahoma"/>
              </a:rPr>
              <a:t>Methodology</a:t>
            </a:r>
            <a:r>
              <a:rPr dirty="0" sz="1750" spc="-7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750" spc="65" b="1">
                <a:solidFill>
                  <a:srgbClr val="0C3470"/>
                </a:solidFill>
                <a:latin typeface="Tahoma"/>
                <a:cs typeface="Tahoma"/>
              </a:rPr>
              <a:t>S</a:t>
            </a:r>
            <a:r>
              <a:rPr dirty="0" sz="1750" spc="-65" b="1">
                <a:solidFill>
                  <a:srgbClr val="0C3470"/>
                </a:solidFill>
                <a:latin typeface="Tahoma"/>
                <a:cs typeface="Tahoma"/>
              </a:rPr>
              <a:t> Implementation </a:t>
            </a:r>
            <a:r>
              <a:rPr dirty="0" sz="1750" spc="-10" b="1">
                <a:solidFill>
                  <a:srgbClr val="0C3470"/>
                </a:solidFill>
                <a:latin typeface="Tahoma"/>
                <a:cs typeface="Tahoma"/>
              </a:rPr>
              <a:t>Process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Requirement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Analysis</a:t>
            </a:r>
            <a:r>
              <a:rPr dirty="0" sz="1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0">
                <a:solidFill>
                  <a:srgbClr val="0C3470"/>
                </a:solidFill>
                <a:latin typeface="Tahoma"/>
                <a:cs typeface="Tahoma"/>
              </a:rPr>
              <a:t>Planning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Database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0C3470"/>
                </a:solidFill>
                <a:latin typeface="Tahoma"/>
                <a:cs typeface="Tahoma"/>
              </a:rPr>
              <a:t>Design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(ER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Diagram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&amp;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0C3470"/>
                </a:solidFill>
                <a:latin typeface="Tahoma"/>
                <a:cs typeface="Tahoma"/>
              </a:rPr>
              <a:t>Table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35">
                <a:solidFill>
                  <a:srgbClr val="0C3470"/>
                </a:solidFill>
                <a:latin typeface="Tahoma"/>
                <a:cs typeface="Tahoma"/>
              </a:rPr>
              <a:t>Structure) </a:t>
            </a:r>
            <a:r>
              <a:rPr dirty="0" sz="1650" spc="95">
                <a:solidFill>
                  <a:srgbClr val="0C3470"/>
                </a:solidFill>
                <a:latin typeface="Tahoma"/>
                <a:cs typeface="Tahoma"/>
              </a:rPr>
              <a:t>Backend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Development</a:t>
            </a:r>
            <a:r>
              <a:rPr dirty="0" sz="1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using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Flask</a:t>
            </a:r>
            <a:endParaRPr sz="1650">
              <a:latin typeface="Tahoma"/>
              <a:cs typeface="Tahoma"/>
            </a:endParaRPr>
          </a:p>
          <a:p>
            <a:pPr marL="739775">
              <a:lnSpc>
                <a:spcPct val="100000"/>
              </a:lnSpc>
              <a:spcBef>
                <a:spcPts val="345"/>
              </a:spcBef>
            </a:pP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Frontend</a:t>
            </a:r>
            <a:r>
              <a:rPr dirty="0" sz="16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UI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0C3470"/>
                </a:solidFill>
                <a:latin typeface="Tahoma"/>
                <a:cs typeface="Tahoma"/>
              </a:rPr>
              <a:t>Design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0C3470"/>
                </a:solidFill>
                <a:latin typeface="Tahoma"/>
                <a:cs typeface="Tahoma"/>
              </a:rPr>
              <a:t>Integration</a:t>
            </a:r>
            <a:endParaRPr sz="1650">
              <a:latin typeface="Tahoma"/>
              <a:cs typeface="Tahoma"/>
            </a:endParaRPr>
          </a:p>
          <a:p>
            <a:pPr marL="739775" marR="4645025">
              <a:lnSpc>
                <a:spcPct val="117400"/>
              </a:lnSpc>
            </a:pPr>
            <a:r>
              <a:rPr dirty="0" sz="1650" spc="90">
                <a:solidFill>
                  <a:srgbClr val="0C3470"/>
                </a:solidFill>
                <a:latin typeface="Tahoma"/>
                <a:cs typeface="Tahoma"/>
              </a:rPr>
              <a:t>Module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0C3470"/>
                </a:solidFill>
                <a:latin typeface="Tahoma"/>
                <a:cs typeface="Tahoma"/>
              </a:rPr>
              <a:t>Implementation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0C3470"/>
                </a:solidFill>
                <a:latin typeface="Tahoma"/>
                <a:cs typeface="Tahoma"/>
              </a:rPr>
              <a:t>(Admin,</a:t>
            </a:r>
            <a:r>
              <a:rPr dirty="0" sz="1650" spc="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0">
                <a:solidFill>
                  <a:srgbClr val="0C3470"/>
                </a:solidFill>
                <a:latin typeface="Tahoma"/>
                <a:cs typeface="Tahoma"/>
              </a:rPr>
              <a:t>Doctor,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10">
                <a:solidFill>
                  <a:srgbClr val="0C3470"/>
                </a:solidFill>
                <a:latin typeface="Tahoma"/>
                <a:cs typeface="Tahoma"/>
              </a:rPr>
              <a:t>Patient,</a:t>
            </a:r>
            <a:r>
              <a:rPr dirty="0" sz="1650" spc="85">
                <a:solidFill>
                  <a:srgbClr val="0C3470"/>
                </a:solidFill>
                <a:latin typeface="Tahoma"/>
                <a:cs typeface="Tahoma"/>
              </a:rPr>
              <a:t> Anonymous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Booking,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45">
                <a:solidFill>
                  <a:srgbClr val="0C3470"/>
                </a:solidFill>
                <a:latin typeface="Tahoma"/>
                <a:cs typeface="Tahoma"/>
              </a:rPr>
              <a:t>Chatbot)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Testing,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Debugging,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0C3470"/>
                </a:solidFill>
                <a:latin typeface="Tahoma"/>
                <a:cs typeface="Tahoma"/>
              </a:rPr>
              <a:t>Performance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45">
                <a:solidFill>
                  <a:srgbClr val="0C3470"/>
                </a:solidFill>
                <a:latin typeface="Tahoma"/>
                <a:cs typeface="Tahoma"/>
              </a:rPr>
              <a:t>Optimization</a:t>
            </a:r>
            <a:endParaRPr sz="1650">
              <a:latin typeface="Tahoma"/>
              <a:cs typeface="Tahoma"/>
            </a:endParaRPr>
          </a:p>
          <a:p>
            <a:pPr marL="739775" marR="8506460">
              <a:lnSpc>
                <a:spcPct val="117400"/>
              </a:lnSpc>
            </a:pPr>
            <a:r>
              <a:rPr dirty="0" sz="1650" spc="50">
                <a:solidFill>
                  <a:srgbClr val="0C3470"/>
                </a:solidFill>
                <a:latin typeface="Tahoma"/>
                <a:cs typeface="Tahoma"/>
              </a:rPr>
              <a:t>Final</a:t>
            </a:r>
            <a:r>
              <a:rPr dirty="0" sz="1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Deployment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on</a:t>
            </a:r>
            <a:r>
              <a:rPr dirty="0" sz="1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Local/Cloud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Server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Working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Flow</a:t>
            </a:r>
            <a:endParaRPr sz="1650">
              <a:latin typeface="Tahoma"/>
              <a:cs typeface="Tahoma"/>
            </a:endParaRPr>
          </a:p>
          <a:p>
            <a:pPr marL="739775" marR="5080">
              <a:lnSpc>
                <a:spcPct val="117400"/>
              </a:lnSpc>
            </a:pPr>
            <a:r>
              <a:rPr dirty="0" sz="1650" spc="90">
                <a:solidFill>
                  <a:srgbClr val="0C3470"/>
                </a:solidFill>
                <a:latin typeface="Tahoma"/>
                <a:cs typeface="Tahoma"/>
              </a:rPr>
              <a:t>User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→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Login/Register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→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0C3470"/>
                </a:solidFill>
                <a:latin typeface="Tahoma"/>
                <a:cs typeface="Tahoma"/>
              </a:rPr>
              <a:t>Select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90">
                <a:solidFill>
                  <a:srgbClr val="0C3470"/>
                </a:solidFill>
                <a:latin typeface="Tahoma"/>
                <a:cs typeface="Tahoma"/>
              </a:rPr>
              <a:t>Service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→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90">
                <a:solidFill>
                  <a:srgbClr val="0C3470"/>
                </a:solidFill>
                <a:latin typeface="Tahoma"/>
                <a:cs typeface="Tahoma"/>
              </a:rPr>
              <a:t>Book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Appointment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→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Stored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Database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→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Doctor/Admin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140">
                <a:solidFill>
                  <a:srgbClr val="0C3470"/>
                </a:solidFill>
                <a:latin typeface="Tahoma"/>
                <a:cs typeface="Tahoma"/>
              </a:rPr>
              <a:t>Access</a:t>
            </a:r>
            <a:r>
              <a:rPr dirty="0" sz="165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&amp;</a:t>
            </a:r>
            <a:r>
              <a:rPr dirty="0" sz="165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0C3470"/>
                </a:solidFill>
                <a:latin typeface="Tahoma"/>
                <a:cs typeface="Tahoma"/>
              </a:rPr>
              <a:t>Manage 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0C3470"/>
                </a:solidFill>
                <a:latin typeface="Tahoma"/>
                <a:cs typeface="Tahoma"/>
              </a:rPr>
              <a:t>follows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modular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0C3470"/>
                </a:solidFill>
                <a:latin typeface="Tahoma"/>
                <a:cs typeface="Tahoma"/>
              </a:rPr>
              <a:t>structured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70">
                <a:solidFill>
                  <a:srgbClr val="0C3470"/>
                </a:solidFill>
                <a:latin typeface="Tahoma"/>
                <a:cs typeface="Tahoma"/>
              </a:rPr>
              <a:t>development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80">
                <a:solidFill>
                  <a:srgbClr val="0C3470"/>
                </a:solidFill>
                <a:latin typeface="Tahoma"/>
                <a:cs typeface="Tahoma"/>
              </a:rPr>
              <a:t>approach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ensure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0">
                <a:solidFill>
                  <a:srgbClr val="0C3470"/>
                </a:solidFill>
                <a:latin typeface="Tahoma"/>
                <a:cs typeface="Tahoma"/>
              </a:rPr>
              <a:t>scalability,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security,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65">
                <a:solidFill>
                  <a:srgbClr val="0C3470"/>
                </a:solidFill>
                <a:latin typeface="Tahoma"/>
                <a:cs typeface="Tahoma"/>
              </a:rPr>
              <a:t>smooth</a:t>
            </a:r>
            <a:r>
              <a:rPr dirty="0" sz="1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0C3470"/>
                </a:solidFill>
                <a:latin typeface="Tahoma"/>
                <a:cs typeface="Tahoma"/>
              </a:rPr>
              <a:t>performance.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22360" y="8165293"/>
            <a:ext cx="1666874" cy="1666874"/>
          </a:xfrm>
          <a:prstGeom prst="rect">
            <a:avLst/>
          </a:prstGeom>
        </p:spPr>
      </p:pic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622465"/>
            <a:ext cx="6342380" cy="3664585"/>
            <a:chOff x="0" y="6622465"/>
            <a:chExt cx="6342380" cy="36645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3828" y="6622465"/>
              <a:ext cx="95250" cy="952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3828" y="7346365"/>
              <a:ext cx="95250" cy="9524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3828" y="7708315"/>
              <a:ext cx="95250" cy="9524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5617" rIns="0" bIns="0" rtlCol="0" vert="horz">
            <a:spAutoFit/>
          </a:bodyPr>
          <a:lstStyle/>
          <a:p>
            <a:pPr marL="531495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FEASIBILITY</a:t>
            </a:r>
            <a:r>
              <a:rPr dirty="0" spc="-295"/>
              <a:t> </a:t>
            </a:r>
            <a:r>
              <a:rPr dirty="0" spc="65"/>
              <a:t>AND</a:t>
            </a:r>
            <a:r>
              <a:rPr dirty="0" spc="-295"/>
              <a:t> </a:t>
            </a:r>
            <a:r>
              <a:rPr dirty="0" spc="-30"/>
              <a:t>VIABILITY</a:t>
            </a: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828" y="4450765"/>
            <a:ext cx="95250" cy="9524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23828" y="5898565"/>
            <a:ext cx="95250" cy="9524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23828" y="6260515"/>
            <a:ext cx="95250" cy="9524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828" y="8070265"/>
            <a:ext cx="95250" cy="9524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828" y="8432215"/>
            <a:ext cx="95250" cy="9524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758666" y="3894816"/>
            <a:ext cx="14290040" cy="47307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050" spc="-10" b="1">
                <a:solidFill>
                  <a:srgbClr val="0C3470"/>
                </a:solidFill>
                <a:latin typeface="Tahoma"/>
                <a:cs typeface="Tahoma"/>
              </a:rPr>
              <a:t>Feasibility</a:t>
            </a:r>
            <a:endParaRPr sz="2050">
              <a:latin typeface="Tahoma"/>
              <a:cs typeface="Tahoma"/>
            </a:endParaRPr>
          </a:p>
          <a:p>
            <a:pPr marL="897255" marR="5080">
              <a:lnSpc>
                <a:spcPts val="2850"/>
              </a:lnSpc>
              <a:spcBef>
                <a:spcPts val="160"/>
              </a:spcBef>
            </a:pP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proposed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can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be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developed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using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standard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5">
                <a:solidFill>
                  <a:srgbClr val="0C3470"/>
                </a:solidFill>
                <a:latin typeface="Tahoma"/>
                <a:cs typeface="Tahoma"/>
              </a:rPr>
              <a:t>web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0">
                <a:solidFill>
                  <a:srgbClr val="0C3470"/>
                </a:solidFill>
                <a:latin typeface="Tahoma"/>
                <a:cs typeface="Tahoma"/>
              </a:rPr>
              <a:t>technologies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that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are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affordable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widely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supported.</a:t>
            </a:r>
            <a:r>
              <a:rPr dirty="0" sz="20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-135">
                <a:solidFill>
                  <a:srgbClr val="0C3470"/>
                </a:solidFill>
                <a:latin typeface="Tahoma"/>
                <a:cs typeface="Tahoma"/>
              </a:rPr>
              <a:t>It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requires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only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basic</a:t>
            </a:r>
            <a:r>
              <a:rPr dirty="0" sz="20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0">
                <a:solidFill>
                  <a:srgbClr val="0C3470"/>
                </a:solidFill>
                <a:latin typeface="Tahoma"/>
                <a:cs typeface="Tahoma"/>
              </a:rPr>
              <a:t>server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infrastructure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can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function</a:t>
            </a:r>
            <a:r>
              <a:rPr dirty="0" sz="20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2050" spc="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both</a:t>
            </a:r>
            <a:r>
              <a:rPr dirty="0" sz="20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small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clinics</a:t>
            </a:r>
            <a:r>
              <a:rPr dirty="0" sz="20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 large </a:t>
            </a:r>
            <a:r>
              <a:rPr dirty="0" sz="2050" spc="35">
                <a:solidFill>
                  <a:srgbClr val="0C3470"/>
                </a:solidFill>
                <a:latin typeface="Tahoma"/>
                <a:cs typeface="Tahoma"/>
              </a:rPr>
              <a:t>hospitals.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20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platform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is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designed</a:t>
            </a:r>
            <a:r>
              <a:rPr dirty="0" sz="20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be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expandable,</a:t>
            </a:r>
            <a:r>
              <a:rPr dirty="0" sz="20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making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it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suitable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for</a:t>
            </a:r>
            <a:r>
              <a:rPr dirty="0" sz="20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future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growth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45">
                <a:solidFill>
                  <a:srgbClr val="0C3470"/>
                </a:solidFill>
                <a:latin typeface="Tahoma"/>
                <a:cs typeface="Tahoma"/>
              </a:rPr>
              <a:t>upgrades.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050" spc="-10" b="1">
                <a:solidFill>
                  <a:srgbClr val="0C3470"/>
                </a:solidFill>
                <a:latin typeface="Tahoma"/>
                <a:cs typeface="Tahoma"/>
              </a:rPr>
              <a:t>Challenges</a:t>
            </a:r>
            <a:endParaRPr sz="2050">
              <a:latin typeface="Tahoma"/>
              <a:cs typeface="Tahoma"/>
            </a:endParaRPr>
          </a:p>
          <a:p>
            <a:pPr marL="897255">
              <a:lnSpc>
                <a:spcPct val="100000"/>
              </a:lnSpc>
              <a:spcBef>
                <a:spcPts val="390"/>
              </a:spcBef>
            </a:pP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Ensuring</a:t>
            </a:r>
            <a:r>
              <a:rPr dirty="0" sz="2050" spc="-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confidentiality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of</a:t>
            </a:r>
            <a:r>
              <a:rPr dirty="0" sz="2050" spc="-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5">
                <a:solidFill>
                  <a:srgbClr val="0C3470"/>
                </a:solidFill>
                <a:latin typeface="Tahoma"/>
                <a:cs typeface="Tahoma"/>
              </a:rPr>
              <a:t>medical</a:t>
            </a:r>
            <a:r>
              <a:rPr dirty="0" sz="2050" spc="-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endParaRPr sz="2050">
              <a:latin typeface="Tahoma"/>
              <a:cs typeface="Tahoma"/>
            </a:endParaRPr>
          </a:p>
          <a:p>
            <a:pPr marL="897255" marR="6406515">
              <a:lnSpc>
                <a:spcPts val="2850"/>
              </a:lnSpc>
              <a:spcBef>
                <a:spcPts val="160"/>
              </a:spcBef>
            </a:pP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Encouraging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users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shift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from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manual</a:t>
            </a:r>
            <a:r>
              <a:rPr dirty="0" sz="205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digital</a:t>
            </a:r>
            <a:r>
              <a:rPr dirty="0" sz="205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methods Handling</a:t>
            </a:r>
            <a:r>
              <a:rPr dirty="0" sz="2050" spc="-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5">
                <a:solidFill>
                  <a:srgbClr val="0C3470"/>
                </a:solidFill>
                <a:latin typeface="Tahoma"/>
                <a:cs typeface="Tahoma"/>
              </a:rPr>
              <a:t>technical</a:t>
            </a:r>
            <a:r>
              <a:rPr dirty="0" sz="2050" spc="-7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issues</a:t>
            </a:r>
            <a:r>
              <a:rPr dirty="0" sz="2050" spc="-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-7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2050" spc="-7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45">
                <a:solidFill>
                  <a:srgbClr val="0C3470"/>
                </a:solidFill>
                <a:latin typeface="Tahoma"/>
                <a:cs typeface="Tahoma"/>
              </a:rPr>
              <a:t>maintenance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050" spc="-10" b="1">
                <a:solidFill>
                  <a:srgbClr val="0C3470"/>
                </a:solidFill>
                <a:latin typeface="Tahoma"/>
                <a:cs typeface="Tahoma"/>
              </a:rPr>
              <a:t>Solutions</a:t>
            </a:r>
            <a:endParaRPr sz="2050">
              <a:latin typeface="Tahoma"/>
              <a:cs typeface="Tahoma"/>
            </a:endParaRPr>
          </a:p>
          <a:p>
            <a:pPr marL="897255" marR="6074410">
              <a:lnSpc>
                <a:spcPts val="2850"/>
              </a:lnSpc>
              <a:spcBef>
                <a:spcPts val="160"/>
              </a:spcBef>
            </a:pPr>
            <a:r>
              <a:rPr dirty="0" sz="2050" spc="10">
                <a:solidFill>
                  <a:srgbClr val="0C3470"/>
                </a:solidFill>
                <a:latin typeface="Tahoma"/>
                <a:cs typeface="Tahoma"/>
              </a:rPr>
              <a:t>Implement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90">
                <a:solidFill>
                  <a:srgbClr val="0C3470"/>
                </a:solidFill>
                <a:latin typeface="Tahoma"/>
                <a:cs typeface="Tahoma"/>
              </a:rPr>
              <a:t>secure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10">
                <a:solidFill>
                  <a:srgbClr val="0C3470"/>
                </a:solidFill>
                <a:latin typeface="Tahoma"/>
                <a:cs typeface="Tahoma"/>
              </a:rPr>
              <a:t>authentication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protected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1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r>
              <a:rPr dirty="0" sz="205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storage </a:t>
            </a:r>
            <a:r>
              <a:rPr dirty="0" sz="2050" spc="70">
                <a:solidFill>
                  <a:srgbClr val="0C3470"/>
                </a:solidFill>
                <a:latin typeface="Tahoma"/>
                <a:cs typeface="Tahoma"/>
              </a:rPr>
              <a:t>Design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an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105">
                <a:solidFill>
                  <a:srgbClr val="0C3470"/>
                </a:solidFill>
                <a:latin typeface="Tahoma"/>
                <a:cs typeface="Tahoma"/>
              </a:rPr>
              <a:t>easy-</a:t>
            </a:r>
            <a:r>
              <a:rPr dirty="0" sz="2050" spc="70">
                <a:solidFill>
                  <a:srgbClr val="0C3470"/>
                </a:solidFill>
                <a:latin typeface="Tahoma"/>
                <a:cs typeface="Tahoma"/>
              </a:rPr>
              <a:t>to-</a:t>
            </a:r>
            <a:r>
              <a:rPr dirty="0" sz="2050" spc="85">
                <a:solidFill>
                  <a:srgbClr val="0C3470"/>
                </a:solidFill>
                <a:latin typeface="Tahoma"/>
                <a:cs typeface="Tahoma"/>
              </a:rPr>
              <a:t>use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interface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with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proper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guidance </a:t>
            </a:r>
            <a:r>
              <a:rPr dirty="0" sz="2050" spc="65">
                <a:solidFill>
                  <a:srgbClr val="0C3470"/>
                </a:solidFill>
                <a:latin typeface="Tahoma"/>
                <a:cs typeface="Tahoma"/>
              </a:rPr>
              <a:t>Perform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regular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monitoring,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45">
                <a:solidFill>
                  <a:srgbClr val="0C3470"/>
                </a:solidFill>
                <a:latin typeface="Tahoma"/>
                <a:cs typeface="Tahoma"/>
              </a:rPr>
              <a:t>updates,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backups</a:t>
            </a:r>
            <a:endParaRPr sz="2050">
              <a:latin typeface="Tahoma"/>
              <a:cs typeface="Tahoma"/>
            </a:endParaRPr>
          </a:p>
          <a:p>
            <a:pPr marL="897255">
              <a:lnSpc>
                <a:spcPct val="100000"/>
              </a:lnSpc>
              <a:spcBef>
                <a:spcPts val="229"/>
              </a:spcBef>
            </a:pP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idea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75">
                <a:solidFill>
                  <a:srgbClr val="0C3470"/>
                </a:solidFill>
                <a:latin typeface="Tahoma"/>
                <a:cs typeface="Tahoma"/>
              </a:rPr>
              <a:t>is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realistic,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45">
                <a:solidFill>
                  <a:srgbClr val="0C3470"/>
                </a:solidFill>
                <a:latin typeface="Tahoma"/>
                <a:cs typeface="Tahoma"/>
              </a:rPr>
              <a:t>sustainable,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capable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80">
                <a:solidFill>
                  <a:srgbClr val="0C3470"/>
                </a:solidFill>
                <a:latin typeface="Tahoma"/>
                <a:cs typeface="Tahoma"/>
              </a:rPr>
              <a:t>of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60">
                <a:solidFill>
                  <a:srgbClr val="0C3470"/>
                </a:solidFill>
                <a:latin typeface="Tahoma"/>
                <a:cs typeface="Tahoma"/>
              </a:rPr>
              <a:t>being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implemented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>
                <a:solidFill>
                  <a:srgbClr val="0C3470"/>
                </a:solidFill>
                <a:latin typeface="Tahoma"/>
                <a:cs typeface="Tahoma"/>
              </a:rPr>
              <a:t>real</a:t>
            </a:r>
            <a:r>
              <a:rPr dirty="0" sz="20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50">
                <a:solidFill>
                  <a:srgbClr val="0C3470"/>
                </a:solidFill>
                <a:latin typeface="Tahoma"/>
                <a:cs typeface="Tahoma"/>
              </a:rPr>
              <a:t>healthcare</a:t>
            </a:r>
            <a:r>
              <a:rPr dirty="0" sz="20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050" spc="-10">
                <a:solidFill>
                  <a:srgbClr val="0C3470"/>
                </a:solidFill>
                <a:latin typeface="Tahoma"/>
                <a:cs typeface="Tahoma"/>
              </a:rPr>
              <a:t>settings.</a:t>
            </a:r>
            <a:endParaRPr sz="2050">
              <a:latin typeface="Tahoma"/>
              <a:cs typeface="Tahom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22360" y="8165293"/>
            <a:ext cx="1666874" cy="1666874"/>
          </a:xfrm>
          <a:prstGeom prst="rect">
            <a:avLst/>
          </a:prstGeom>
        </p:spPr>
      </p:pic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0" y="8376245"/>
            <a:ext cx="700405" cy="1475740"/>
          </a:xfrm>
          <a:custGeom>
            <a:avLst/>
            <a:gdLst/>
            <a:ahLst/>
            <a:cxnLst/>
            <a:rect l="l" t="t" r="r" b="b"/>
            <a:pathLst>
              <a:path w="700405" h="1475740">
                <a:moveTo>
                  <a:pt x="0" y="0"/>
                </a:moveTo>
                <a:lnTo>
                  <a:pt x="693991" y="108262"/>
                </a:lnTo>
                <a:lnTo>
                  <a:pt x="694241" y="108286"/>
                </a:lnTo>
                <a:lnTo>
                  <a:pt x="694377" y="108331"/>
                </a:lnTo>
                <a:lnTo>
                  <a:pt x="699886" y="114080"/>
                </a:lnTo>
                <a:lnTo>
                  <a:pt x="699757" y="115991"/>
                </a:lnTo>
                <a:lnTo>
                  <a:pt x="618808" y="724575"/>
                </a:lnTo>
                <a:lnTo>
                  <a:pt x="687549" y="947175"/>
                </a:lnTo>
                <a:lnTo>
                  <a:pt x="687872" y="948750"/>
                </a:lnTo>
                <a:lnTo>
                  <a:pt x="687820" y="949832"/>
                </a:lnTo>
                <a:lnTo>
                  <a:pt x="687534" y="950867"/>
                </a:lnTo>
                <a:lnTo>
                  <a:pt x="687222" y="951842"/>
                </a:lnTo>
                <a:lnTo>
                  <a:pt x="686045" y="953534"/>
                </a:lnTo>
                <a:lnTo>
                  <a:pt x="593066" y="1060504"/>
                </a:lnTo>
                <a:lnTo>
                  <a:pt x="665709" y="956037"/>
                </a:lnTo>
                <a:lnTo>
                  <a:pt x="655044" y="956193"/>
                </a:lnTo>
                <a:lnTo>
                  <a:pt x="664667" y="942354"/>
                </a:lnTo>
                <a:lnTo>
                  <a:pt x="658253" y="935916"/>
                </a:lnTo>
                <a:lnTo>
                  <a:pt x="666199" y="924490"/>
                </a:lnTo>
                <a:lnTo>
                  <a:pt x="606780" y="732038"/>
                </a:lnTo>
                <a:lnTo>
                  <a:pt x="596255" y="732112"/>
                </a:lnTo>
                <a:lnTo>
                  <a:pt x="605825" y="718349"/>
                </a:lnTo>
                <a:lnTo>
                  <a:pt x="678485" y="172029"/>
                </a:lnTo>
                <a:lnTo>
                  <a:pt x="645880" y="218919"/>
                </a:lnTo>
                <a:lnTo>
                  <a:pt x="680198" y="129274"/>
                </a:lnTo>
                <a:lnTo>
                  <a:pt x="654483" y="142438"/>
                </a:lnTo>
                <a:lnTo>
                  <a:pt x="671090" y="118555"/>
                </a:lnTo>
                <a:lnTo>
                  <a:pt x="0" y="13861"/>
                </a:lnTo>
                <a:lnTo>
                  <a:pt x="0" y="0"/>
                </a:lnTo>
                <a:close/>
              </a:path>
              <a:path w="700405" h="1475740">
                <a:moveTo>
                  <a:pt x="0" y="1010272"/>
                </a:moveTo>
                <a:lnTo>
                  <a:pt x="272525" y="1408358"/>
                </a:lnTo>
                <a:lnTo>
                  <a:pt x="665709" y="956037"/>
                </a:lnTo>
                <a:lnTo>
                  <a:pt x="593066" y="1060504"/>
                </a:lnTo>
                <a:lnTo>
                  <a:pt x="277099" y="1424014"/>
                </a:lnTo>
                <a:lnTo>
                  <a:pt x="276181" y="1425093"/>
                </a:lnTo>
                <a:lnTo>
                  <a:pt x="274916" y="1425881"/>
                </a:lnTo>
                <a:lnTo>
                  <a:pt x="273310" y="1426249"/>
                </a:lnTo>
                <a:lnTo>
                  <a:pt x="235537" y="1433057"/>
                </a:lnTo>
                <a:lnTo>
                  <a:pt x="246592" y="1417159"/>
                </a:lnTo>
                <a:lnTo>
                  <a:pt x="245763" y="1416841"/>
                </a:lnTo>
                <a:lnTo>
                  <a:pt x="253811" y="1405268"/>
                </a:lnTo>
                <a:lnTo>
                  <a:pt x="0" y="1034511"/>
                </a:lnTo>
                <a:lnTo>
                  <a:pt x="0" y="1010272"/>
                </a:lnTo>
                <a:close/>
              </a:path>
              <a:path w="700405" h="1475740">
                <a:moveTo>
                  <a:pt x="0" y="952045"/>
                </a:moveTo>
                <a:lnTo>
                  <a:pt x="664667" y="942354"/>
                </a:lnTo>
                <a:lnTo>
                  <a:pt x="655044" y="956193"/>
                </a:lnTo>
                <a:lnTo>
                  <a:pt x="0" y="965730"/>
                </a:lnTo>
                <a:lnTo>
                  <a:pt x="0" y="952045"/>
                </a:lnTo>
                <a:close/>
              </a:path>
              <a:path w="700405" h="1475740">
                <a:moveTo>
                  <a:pt x="467435" y="744394"/>
                </a:moveTo>
                <a:lnTo>
                  <a:pt x="475384" y="732963"/>
                </a:lnTo>
                <a:lnTo>
                  <a:pt x="666199" y="924490"/>
                </a:lnTo>
                <a:lnTo>
                  <a:pt x="658253" y="935916"/>
                </a:lnTo>
                <a:lnTo>
                  <a:pt x="467435" y="744394"/>
                </a:lnTo>
                <a:close/>
              </a:path>
              <a:path w="700405" h="1475740">
                <a:moveTo>
                  <a:pt x="0" y="1461601"/>
                </a:moveTo>
                <a:lnTo>
                  <a:pt x="246592" y="1417159"/>
                </a:lnTo>
                <a:lnTo>
                  <a:pt x="235537" y="1433057"/>
                </a:lnTo>
                <a:lnTo>
                  <a:pt x="0" y="1475513"/>
                </a:lnTo>
                <a:lnTo>
                  <a:pt x="0" y="1461601"/>
                </a:lnTo>
                <a:close/>
              </a:path>
              <a:path w="700405" h="1475740">
                <a:moveTo>
                  <a:pt x="0" y="1307653"/>
                </a:moveTo>
                <a:lnTo>
                  <a:pt x="253811" y="1405268"/>
                </a:lnTo>
                <a:lnTo>
                  <a:pt x="245763" y="1416841"/>
                </a:lnTo>
                <a:lnTo>
                  <a:pt x="0" y="1322320"/>
                </a:lnTo>
                <a:lnTo>
                  <a:pt x="0" y="1307653"/>
                </a:lnTo>
                <a:close/>
              </a:path>
              <a:path w="700405" h="1475740">
                <a:moveTo>
                  <a:pt x="645880" y="218919"/>
                </a:moveTo>
                <a:lnTo>
                  <a:pt x="678485" y="172029"/>
                </a:lnTo>
                <a:lnTo>
                  <a:pt x="468981" y="719338"/>
                </a:lnTo>
                <a:lnTo>
                  <a:pt x="605825" y="718349"/>
                </a:lnTo>
                <a:lnTo>
                  <a:pt x="596255" y="732112"/>
                </a:lnTo>
                <a:lnTo>
                  <a:pt x="475384" y="732963"/>
                </a:lnTo>
                <a:lnTo>
                  <a:pt x="467435" y="744394"/>
                </a:lnTo>
                <a:lnTo>
                  <a:pt x="457544" y="734467"/>
                </a:lnTo>
                <a:lnTo>
                  <a:pt x="436206" y="744382"/>
                </a:lnTo>
                <a:lnTo>
                  <a:pt x="455149" y="717141"/>
                </a:lnTo>
                <a:lnTo>
                  <a:pt x="645880" y="218919"/>
                </a:lnTo>
                <a:close/>
              </a:path>
              <a:path w="700405" h="1475740">
                <a:moveTo>
                  <a:pt x="0" y="522817"/>
                </a:moveTo>
                <a:lnTo>
                  <a:pt x="455149" y="717141"/>
                </a:lnTo>
                <a:lnTo>
                  <a:pt x="436206" y="744382"/>
                </a:lnTo>
                <a:lnTo>
                  <a:pt x="417505" y="753071"/>
                </a:lnTo>
                <a:lnTo>
                  <a:pt x="433014" y="730768"/>
                </a:lnTo>
                <a:lnTo>
                  <a:pt x="407722" y="728527"/>
                </a:lnTo>
                <a:lnTo>
                  <a:pt x="416697" y="715620"/>
                </a:lnTo>
                <a:lnTo>
                  <a:pt x="0" y="537708"/>
                </a:lnTo>
                <a:lnTo>
                  <a:pt x="0" y="522817"/>
                </a:lnTo>
                <a:close/>
              </a:path>
              <a:path w="700405" h="1475740">
                <a:moveTo>
                  <a:pt x="0" y="931968"/>
                </a:moveTo>
                <a:lnTo>
                  <a:pt x="433014" y="730768"/>
                </a:lnTo>
                <a:lnTo>
                  <a:pt x="417505" y="753071"/>
                </a:lnTo>
                <a:lnTo>
                  <a:pt x="0" y="947067"/>
                </a:lnTo>
                <a:lnTo>
                  <a:pt x="0" y="931968"/>
                </a:lnTo>
                <a:close/>
              </a:path>
              <a:path w="700405" h="1475740">
                <a:moveTo>
                  <a:pt x="0" y="678675"/>
                </a:moveTo>
                <a:lnTo>
                  <a:pt x="416697" y="715620"/>
                </a:lnTo>
                <a:lnTo>
                  <a:pt x="407722" y="728527"/>
                </a:lnTo>
                <a:lnTo>
                  <a:pt x="0" y="692397"/>
                </a:lnTo>
                <a:lnTo>
                  <a:pt x="0" y="678675"/>
                </a:lnTo>
                <a:close/>
              </a:path>
              <a:path w="700405" h="1475740">
                <a:moveTo>
                  <a:pt x="0" y="462167"/>
                </a:moveTo>
                <a:lnTo>
                  <a:pt x="671090" y="118555"/>
                </a:lnTo>
                <a:lnTo>
                  <a:pt x="654483" y="142438"/>
                </a:lnTo>
                <a:lnTo>
                  <a:pt x="0" y="477471"/>
                </a:lnTo>
                <a:lnTo>
                  <a:pt x="0" y="462167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96472" y="9809888"/>
            <a:ext cx="1244600" cy="477520"/>
          </a:xfrm>
          <a:custGeom>
            <a:avLst/>
            <a:gdLst/>
            <a:ahLst/>
            <a:cxnLst/>
            <a:rect l="l" t="t" r="r" b="b"/>
            <a:pathLst>
              <a:path w="1244600" h="477520">
                <a:moveTo>
                  <a:pt x="155418" y="203421"/>
                </a:moveTo>
                <a:lnTo>
                  <a:pt x="156822" y="201401"/>
                </a:lnTo>
                <a:lnTo>
                  <a:pt x="158312" y="200481"/>
                </a:lnTo>
                <a:lnTo>
                  <a:pt x="1117073" y="204"/>
                </a:lnTo>
                <a:lnTo>
                  <a:pt x="1118483" y="0"/>
                </a:lnTo>
                <a:lnTo>
                  <a:pt x="1119861" y="224"/>
                </a:lnTo>
                <a:lnTo>
                  <a:pt x="1244209" y="477110"/>
                </a:lnTo>
                <a:lnTo>
                  <a:pt x="1230073" y="477110"/>
                </a:lnTo>
                <a:lnTo>
                  <a:pt x="1128386" y="75482"/>
                </a:lnTo>
                <a:lnTo>
                  <a:pt x="1115590" y="93883"/>
                </a:lnTo>
                <a:lnTo>
                  <a:pt x="1112192" y="26195"/>
                </a:lnTo>
                <a:lnTo>
                  <a:pt x="882800" y="332165"/>
                </a:lnTo>
                <a:lnTo>
                  <a:pt x="1101718" y="17345"/>
                </a:lnTo>
                <a:lnTo>
                  <a:pt x="173630" y="211216"/>
                </a:lnTo>
                <a:lnTo>
                  <a:pt x="165479" y="222938"/>
                </a:lnTo>
                <a:lnTo>
                  <a:pt x="162281" y="218951"/>
                </a:lnTo>
                <a:lnTo>
                  <a:pt x="76762" y="341933"/>
                </a:lnTo>
                <a:lnTo>
                  <a:pt x="155418" y="203421"/>
                </a:lnTo>
                <a:close/>
              </a:path>
              <a:path w="1244600" h="477520">
                <a:moveTo>
                  <a:pt x="1115590" y="93883"/>
                </a:moveTo>
                <a:lnTo>
                  <a:pt x="1128386" y="75482"/>
                </a:lnTo>
                <a:lnTo>
                  <a:pt x="1148537" y="477110"/>
                </a:lnTo>
                <a:lnTo>
                  <a:pt x="1134832" y="477110"/>
                </a:lnTo>
                <a:lnTo>
                  <a:pt x="1115590" y="93883"/>
                </a:lnTo>
                <a:close/>
              </a:path>
              <a:path w="1244600" h="477520">
                <a:moveTo>
                  <a:pt x="757095" y="477110"/>
                </a:moveTo>
                <a:lnTo>
                  <a:pt x="1101718" y="17345"/>
                </a:lnTo>
                <a:lnTo>
                  <a:pt x="882800" y="332165"/>
                </a:lnTo>
                <a:lnTo>
                  <a:pt x="774132" y="477110"/>
                </a:lnTo>
                <a:lnTo>
                  <a:pt x="757095" y="477110"/>
                </a:lnTo>
                <a:close/>
              </a:path>
              <a:path w="1244600" h="477520">
                <a:moveTo>
                  <a:pt x="165479" y="222938"/>
                </a:moveTo>
                <a:lnTo>
                  <a:pt x="173630" y="211216"/>
                </a:lnTo>
                <a:lnTo>
                  <a:pt x="386913" y="477110"/>
                </a:lnTo>
                <a:lnTo>
                  <a:pt x="369366" y="477110"/>
                </a:lnTo>
                <a:lnTo>
                  <a:pt x="165479" y="222938"/>
                </a:lnTo>
                <a:close/>
              </a:path>
              <a:path w="1244600" h="477520">
                <a:moveTo>
                  <a:pt x="76762" y="341933"/>
                </a:moveTo>
                <a:lnTo>
                  <a:pt x="162281" y="218951"/>
                </a:lnTo>
                <a:lnTo>
                  <a:pt x="15675" y="477110"/>
                </a:lnTo>
                <a:lnTo>
                  <a:pt x="0" y="477110"/>
                </a:lnTo>
                <a:lnTo>
                  <a:pt x="76762" y="341933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604964" y="2149957"/>
            <a:ext cx="707834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IMPACT</a:t>
            </a:r>
            <a:r>
              <a:rPr dirty="0" spc="-320"/>
              <a:t> </a:t>
            </a:r>
            <a:r>
              <a:rPr dirty="0" spc="65"/>
              <a:t>AND</a:t>
            </a:r>
            <a:r>
              <a:rPr dirty="0" spc="-320"/>
              <a:t> </a:t>
            </a:r>
            <a:r>
              <a:rPr dirty="0" spc="-280"/>
              <a:t>BENEFITS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56259" y="3658842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56259" y="5278092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56259" y="5601942"/>
            <a:ext cx="85725" cy="857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56259" y="5925792"/>
            <a:ext cx="85725" cy="857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56259" y="6573491"/>
            <a:ext cx="85725" cy="8572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56259" y="6897341"/>
            <a:ext cx="85725" cy="857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56259" y="7221191"/>
            <a:ext cx="85725" cy="8572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56259" y="7868891"/>
            <a:ext cx="85725" cy="857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056259" y="8192741"/>
            <a:ext cx="85725" cy="8572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056259" y="8516591"/>
            <a:ext cx="85725" cy="8572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476822" y="3163777"/>
            <a:ext cx="14841855" cy="55308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800" spc="-85" b="1">
                <a:solidFill>
                  <a:srgbClr val="0C3470"/>
                </a:solidFill>
                <a:latin typeface="Tahoma"/>
                <a:cs typeface="Tahoma"/>
              </a:rPr>
              <a:t>Impact</a:t>
            </a:r>
            <a:r>
              <a:rPr dirty="0" sz="1800" spc="-10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30" b="1">
                <a:solidFill>
                  <a:srgbClr val="0C3470"/>
                </a:solidFill>
                <a:latin typeface="Tahoma"/>
                <a:cs typeface="Tahoma"/>
              </a:rPr>
              <a:t>on</a:t>
            </a:r>
            <a:r>
              <a:rPr dirty="0" sz="1800" spc="-9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0C3470"/>
                </a:solidFill>
                <a:latin typeface="Tahoma"/>
                <a:cs typeface="Tahoma"/>
              </a:rPr>
              <a:t>Target</a:t>
            </a:r>
            <a:r>
              <a:rPr dirty="0" sz="1800" spc="-10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C3470"/>
                </a:solidFill>
                <a:latin typeface="Tahoma"/>
                <a:cs typeface="Tahoma"/>
              </a:rPr>
              <a:t>Audience</a:t>
            </a:r>
            <a:endParaRPr sz="1800">
              <a:latin typeface="Tahoma"/>
              <a:cs typeface="Tahoma"/>
            </a:endParaRPr>
          </a:p>
          <a:p>
            <a:pPr marL="798830" marR="5080">
              <a:lnSpc>
                <a:spcPct val="118100"/>
              </a:lnSpc>
            </a:pP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improves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0C3470"/>
                </a:solidFill>
                <a:latin typeface="Tahoma"/>
                <a:cs typeface="Tahoma"/>
              </a:rPr>
              <a:t>access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healthcare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services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by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allowing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patients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book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appointments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0C3470"/>
                </a:solidFill>
                <a:latin typeface="Tahoma"/>
                <a:cs typeface="Tahoma"/>
              </a:rPr>
              <a:t>easily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0C3470"/>
                </a:solidFill>
                <a:latin typeface="Tahoma"/>
                <a:cs typeface="Tahoma"/>
              </a:rPr>
              <a:t>avoid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long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waiting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0C3470"/>
                </a:solidFill>
                <a:latin typeface="Tahoma"/>
                <a:cs typeface="Tahoma"/>
              </a:rPr>
              <a:t>times.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Doctors</a:t>
            </a:r>
            <a:r>
              <a:rPr dirty="0" sz="18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administrators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benefit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from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organized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digital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records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better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schedule</a:t>
            </a:r>
            <a:r>
              <a:rPr dirty="0" sz="1800" spc="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management.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anonymous</a:t>
            </a:r>
            <a:r>
              <a:rPr dirty="0" sz="1800" spc="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0">
                <a:solidFill>
                  <a:srgbClr val="0C3470"/>
                </a:solidFill>
                <a:latin typeface="Tahoma"/>
                <a:cs typeface="Tahoma"/>
              </a:rPr>
              <a:t>consultation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feature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encourages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 individuals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seek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mental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health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0C3470"/>
                </a:solidFill>
                <a:latin typeface="Tahoma"/>
                <a:cs typeface="Tahoma"/>
              </a:rPr>
              <a:t>support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without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fear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or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0C3470"/>
                </a:solidFill>
                <a:latin typeface="Tahoma"/>
                <a:cs typeface="Tahoma"/>
              </a:rPr>
              <a:t>hesitation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spc="-10" b="1">
                <a:solidFill>
                  <a:srgbClr val="0C3470"/>
                </a:solidFill>
                <a:latin typeface="Tahoma"/>
                <a:cs typeface="Tahoma"/>
              </a:rPr>
              <a:t>Benefits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b="1">
                <a:solidFill>
                  <a:srgbClr val="0C3470"/>
                </a:solidFill>
                <a:latin typeface="Tahoma"/>
                <a:cs typeface="Tahoma"/>
              </a:rPr>
              <a:t>Social</a:t>
            </a:r>
            <a:r>
              <a:rPr dirty="0" sz="1800" spc="-13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C3470"/>
                </a:solidFill>
                <a:latin typeface="Tahoma"/>
                <a:cs typeface="Tahoma"/>
              </a:rPr>
              <a:t>Benefits:</a:t>
            </a:r>
            <a:endParaRPr sz="1800">
              <a:latin typeface="Tahoma"/>
              <a:cs typeface="Tahoma"/>
            </a:endParaRPr>
          </a:p>
          <a:p>
            <a:pPr marL="798830" marR="9023985">
              <a:lnSpc>
                <a:spcPct val="118100"/>
              </a:lnSpc>
            </a:pPr>
            <a:r>
              <a:rPr dirty="0" sz="1800" spc="70">
                <a:solidFill>
                  <a:srgbClr val="0C3470"/>
                </a:solidFill>
                <a:latin typeface="Tahoma"/>
                <a:cs typeface="Tahoma"/>
              </a:rPr>
              <a:t>Promotes</a:t>
            </a:r>
            <a:r>
              <a:rPr dirty="0" sz="180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accessible</a:t>
            </a:r>
            <a:r>
              <a:rPr dirty="0" sz="18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inclusive</a:t>
            </a:r>
            <a:r>
              <a:rPr dirty="0" sz="18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0">
                <a:solidFill>
                  <a:srgbClr val="0C3470"/>
                </a:solidFill>
                <a:latin typeface="Tahoma"/>
                <a:cs typeface="Tahoma"/>
              </a:rPr>
              <a:t>healthcare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Encourages</a:t>
            </a:r>
            <a:r>
              <a:rPr dirty="0" sz="1800" spc="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mental</a:t>
            </a:r>
            <a:r>
              <a:rPr dirty="0" sz="1800" spc="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health</a:t>
            </a:r>
            <a:r>
              <a:rPr dirty="0" sz="1800" spc="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awareness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Reduces</a:t>
            </a:r>
            <a:r>
              <a:rPr dirty="0" sz="180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patient</a:t>
            </a:r>
            <a:r>
              <a:rPr dirty="0" sz="18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stress</a:t>
            </a:r>
            <a:r>
              <a:rPr dirty="0" sz="180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0C3470"/>
                </a:solidFill>
                <a:latin typeface="Tahoma"/>
                <a:cs typeface="Tahoma"/>
              </a:rPr>
              <a:t>caused</a:t>
            </a:r>
            <a:r>
              <a:rPr dirty="0" sz="18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by</a:t>
            </a:r>
            <a:r>
              <a:rPr dirty="0" sz="180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long</a:t>
            </a:r>
            <a:r>
              <a:rPr dirty="0" sz="1800" spc="-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5">
                <a:solidFill>
                  <a:srgbClr val="0C3470"/>
                </a:solidFill>
                <a:latin typeface="Tahoma"/>
                <a:cs typeface="Tahoma"/>
              </a:rPr>
              <a:t>queues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800" b="1">
                <a:solidFill>
                  <a:srgbClr val="0C3470"/>
                </a:solidFill>
                <a:latin typeface="Tahoma"/>
                <a:cs typeface="Tahoma"/>
              </a:rPr>
              <a:t>Economic</a:t>
            </a:r>
            <a:r>
              <a:rPr dirty="0" sz="1800" spc="-13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C3470"/>
                </a:solidFill>
                <a:latin typeface="Tahoma"/>
                <a:cs typeface="Tahoma"/>
              </a:rPr>
              <a:t>Benefits:</a:t>
            </a:r>
            <a:endParaRPr sz="1800">
              <a:latin typeface="Tahoma"/>
              <a:cs typeface="Tahoma"/>
            </a:endParaRPr>
          </a:p>
          <a:p>
            <a:pPr marL="798830">
              <a:lnSpc>
                <a:spcPct val="100000"/>
              </a:lnSpc>
              <a:spcBef>
                <a:spcPts val="390"/>
              </a:spcBef>
            </a:pPr>
            <a:r>
              <a:rPr dirty="0" sz="1800" spc="85">
                <a:solidFill>
                  <a:srgbClr val="0C3470"/>
                </a:solidFill>
                <a:latin typeface="Tahoma"/>
                <a:cs typeface="Tahoma"/>
              </a:rPr>
              <a:t>Lowers</a:t>
            </a:r>
            <a:r>
              <a:rPr dirty="0" sz="1800" spc="1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administrative</a:t>
            </a:r>
            <a:r>
              <a:rPr dirty="0" sz="1800" spc="1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costs</a:t>
            </a:r>
            <a:endParaRPr sz="1800">
              <a:latin typeface="Tahoma"/>
              <a:cs typeface="Tahoma"/>
            </a:endParaRPr>
          </a:p>
          <a:p>
            <a:pPr marL="798830" marR="9101455">
              <a:lnSpc>
                <a:spcPct val="118100"/>
              </a:lnSpc>
            </a:pPr>
            <a:r>
              <a:rPr dirty="0" sz="1800" spc="95">
                <a:solidFill>
                  <a:srgbClr val="0C3470"/>
                </a:solidFill>
                <a:latin typeface="Tahoma"/>
                <a:cs typeface="Tahoma"/>
              </a:rPr>
              <a:t>Saves</a:t>
            </a:r>
            <a:r>
              <a:rPr dirty="0" sz="18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time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for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both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patients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r>
              <a:rPr dirty="0" sz="18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staff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Improves</a:t>
            </a:r>
            <a:r>
              <a:rPr dirty="0" sz="1800" spc="3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operational</a:t>
            </a:r>
            <a:r>
              <a:rPr dirty="0" sz="1800" spc="3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70">
                <a:solidFill>
                  <a:srgbClr val="0C3470"/>
                </a:solidFill>
                <a:latin typeface="Tahoma"/>
                <a:cs typeface="Tahoma"/>
              </a:rPr>
              <a:t>efficiency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spc="-45" b="1">
                <a:solidFill>
                  <a:srgbClr val="0C3470"/>
                </a:solidFill>
                <a:latin typeface="Tahoma"/>
                <a:cs typeface="Tahoma"/>
              </a:rPr>
              <a:t>Environmental</a:t>
            </a:r>
            <a:r>
              <a:rPr dirty="0" sz="1800" spc="-30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0C3470"/>
                </a:solidFill>
                <a:latin typeface="Tahoma"/>
                <a:cs typeface="Tahoma"/>
              </a:rPr>
              <a:t>Benefits:</a:t>
            </a:r>
            <a:endParaRPr sz="1800">
              <a:latin typeface="Tahoma"/>
              <a:cs typeface="Tahoma"/>
            </a:endParaRPr>
          </a:p>
          <a:p>
            <a:pPr marL="798830">
              <a:lnSpc>
                <a:spcPct val="100000"/>
              </a:lnSpc>
              <a:spcBef>
                <a:spcPts val="390"/>
              </a:spcBef>
            </a:pPr>
            <a:r>
              <a:rPr dirty="0" sz="1800" spc="90">
                <a:solidFill>
                  <a:srgbClr val="0C3470"/>
                </a:solidFill>
                <a:latin typeface="Tahoma"/>
                <a:cs typeface="Tahoma"/>
              </a:rPr>
              <a:t>Reduces</a:t>
            </a:r>
            <a:r>
              <a:rPr dirty="0" sz="1800" spc="-5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60">
                <a:solidFill>
                  <a:srgbClr val="0C3470"/>
                </a:solidFill>
                <a:latin typeface="Tahoma"/>
                <a:cs typeface="Tahoma"/>
              </a:rPr>
              <a:t>paper</a:t>
            </a:r>
            <a:r>
              <a:rPr dirty="0" sz="1800" spc="-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usage</a:t>
            </a:r>
            <a:endParaRPr sz="1800">
              <a:latin typeface="Tahoma"/>
              <a:cs typeface="Tahoma"/>
            </a:endParaRPr>
          </a:p>
          <a:p>
            <a:pPr marL="798830">
              <a:lnSpc>
                <a:spcPct val="100000"/>
              </a:lnSpc>
              <a:spcBef>
                <a:spcPts val="390"/>
              </a:spcBef>
            </a:pPr>
            <a:r>
              <a:rPr dirty="0" sz="1800" spc="70">
                <a:solidFill>
                  <a:srgbClr val="0C3470"/>
                </a:solidFill>
                <a:latin typeface="Tahoma"/>
                <a:cs typeface="Tahoma"/>
              </a:rPr>
              <a:t>Supports</a:t>
            </a:r>
            <a:r>
              <a:rPr dirty="0" sz="180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0C3470"/>
                </a:solidFill>
                <a:latin typeface="Tahoma"/>
                <a:cs typeface="Tahoma"/>
              </a:rPr>
              <a:t>eco-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friendly</a:t>
            </a:r>
            <a:r>
              <a:rPr dirty="0" sz="180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0C3470"/>
                </a:solidFill>
                <a:latin typeface="Tahoma"/>
                <a:cs typeface="Tahoma"/>
              </a:rPr>
              <a:t>digital </a:t>
            </a:r>
            <a:r>
              <a:rPr dirty="0" sz="1800" spc="75">
                <a:solidFill>
                  <a:srgbClr val="0C3470"/>
                </a:solidFill>
                <a:latin typeface="Tahoma"/>
                <a:cs typeface="Tahoma"/>
              </a:rPr>
              <a:t>record</a:t>
            </a:r>
            <a:r>
              <a:rPr dirty="0" sz="180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0">
                <a:solidFill>
                  <a:srgbClr val="0C3470"/>
                </a:solidFill>
                <a:latin typeface="Tahoma"/>
                <a:cs typeface="Tahoma"/>
              </a:rPr>
              <a:t>management</a:t>
            </a:r>
            <a:endParaRPr sz="1800">
              <a:latin typeface="Tahoma"/>
              <a:cs typeface="Tahoma"/>
            </a:endParaRPr>
          </a:p>
          <a:p>
            <a:pPr marL="798830">
              <a:lnSpc>
                <a:spcPct val="100000"/>
              </a:lnSpc>
              <a:spcBef>
                <a:spcPts val="390"/>
              </a:spcBef>
            </a:pP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Overall,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solution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enhances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healthcare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80">
                <a:solidFill>
                  <a:srgbClr val="0C3470"/>
                </a:solidFill>
                <a:latin typeface="Tahoma"/>
                <a:cs typeface="Tahoma"/>
              </a:rPr>
              <a:t>efficiency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0">
                <a:solidFill>
                  <a:srgbClr val="0C3470"/>
                </a:solidFill>
                <a:latin typeface="Tahoma"/>
                <a:cs typeface="Tahoma"/>
              </a:rPr>
              <a:t>while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45">
                <a:solidFill>
                  <a:srgbClr val="0C3470"/>
                </a:solidFill>
                <a:latin typeface="Tahoma"/>
                <a:cs typeface="Tahoma"/>
              </a:rPr>
              <a:t>promoting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privacy,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sustainability,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0C3470"/>
                </a:solidFill>
                <a:latin typeface="Tahoma"/>
                <a:cs typeface="Tahoma"/>
              </a:rPr>
              <a:t>patient</a:t>
            </a:r>
            <a:r>
              <a:rPr dirty="0" sz="1800" spc="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1800" spc="35">
                <a:solidFill>
                  <a:srgbClr val="0C3470"/>
                </a:solidFill>
                <a:latin typeface="Tahoma"/>
                <a:cs typeface="Tahoma"/>
              </a:rPr>
              <a:t>satisfaction.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122360" y="8165293"/>
            <a:ext cx="1666874" cy="1666874"/>
          </a:xfrm>
          <a:prstGeom prst="rect">
            <a:avLst/>
          </a:prstGeom>
        </p:spPr>
      </p:pic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5617" rIns="0" bIns="0" rtlCol="0" vert="horz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COST</a:t>
            </a:r>
            <a:r>
              <a:rPr dirty="0" spc="-300"/>
              <a:t> </a:t>
            </a:r>
            <a:r>
              <a:rPr dirty="0" spc="-114"/>
              <a:t>ANALYSIS</a:t>
            </a:r>
            <a:r>
              <a:rPr dirty="0" spc="-295"/>
              <a:t> </a:t>
            </a:r>
            <a:r>
              <a:rPr dirty="0" spc="-10"/>
              <a:t>(TENTATIVE)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540328" y="11"/>
              <a:ext cx="1748155" cy="2550795"/>
            </a:xfrm>
            <a:custGeom>
              <a:avLst/>
              <a:gdLst/>
              <a:ahLst/>
              <a:cxnLst/>
              <a:rect l="l" t="t" r="r" b="b"/>
              <a:pathLst>
                <a:path w="1748155" h="2550795">
                  <a:moveTo>
                    <a:pt x="1309014" y="0"/>
                  </a:moveTo>
                  <a:lnTo>
                    <a:pt x="1290840" y="0"/>
                  </a:lnTo>
                  <a:lnTo>
                    <a:pt x="1131417" y="183400"/>
                  </a:lnTo>
                  <a:lnTo>
                    <a:pt x="1005865" y="0"/>
                  </a:lnTo>
                  <a:lnTo>
                    <a:pt x="989266" y="0"/>
                  </a:lnTo>
                  <a:lnTo>
                    <a:pt x="1112697" y="180301"/>
                  </a:lnTo>
                  <a:lnTo>
                    <a:pt x="1105484" y="177533"/>
                  </a:lnTo>
                  <a:lnTo>
                    <a:pt x="1105484" y="192201"/>
                  </a:lnTo>
                  <a:lnTo>
                    <a:pt x="38633" y="384467"/>
                  </a:lnTo>
                  <a:lnTo>
                    <a:pt x="569556" y="34188"/>
                  </a:lnTo>
                  <a:lnTo>
                    <a:pt x="615632" y="3797"/>
                  </a:lnTo>
                  <a:lnTo>
                    <a:pt x="1104658" y="191884"/>
                  </a:lnTo>
                  <a:lnTo>
                    <a:pt x="1105484" y="192201"/>
                  </a:lnTo>
                  <a:lnTo>
                    <a:pt x="1105484" y="177533"/>
                  </a:lnTo>
                  <a:lnTo>
                    <a:pt x="643864" y="0"/>
                  </a:lnTo>
                  <a:lnTo>
                    <a:pt x="590638" y="0"/>
                  </a:lnTo>
                  <a:lnTo>
                    <a:pt x="590638" y="3886"/>
                  </a:lnTo>
                  <a:lnTo>
                    <a:pt x="18656" y="381241"/>
                  </a:lnTo>
                  <a:lnTo>
                    <a:pt x="121183" y="21132"/>
                  </a:lnTo>
                  <a:lnTo>
                    <a:pt x="590638" y="3886"/>
                  </a:lnTo>
                  <a:lnTo>
                    <a:pt x="590638" y="0"/>
                  </a:lnTo>
                  <a:lnTo>
                    <a:pt x="323621" y="0"/>
                  </a:lnTo>
                  <a:lnTo>
                    <a:pt x="119519" y="7493"/>
                  </a:lnTo>
                  <a:lnTo>
                    <a:pt x="114477" y="0"/>
                  </a:lnTo>
                  <a:lnTo>
                    <a:pt x="98005" y="0"/>
                  </a:lnTo>
                  <a:lnTo>
                    <a:pt x="108508" y="15621"/>
                  </a:lnTo>
                  <a:lnTo>
                    <a:pt x="97066" y="55829"/>
                  </a:lnTo>
                  <a:lnTo>
                    <a:pt x="444" y="395185"/>
                  </a:lnTo>
                  <a:lnTo>
                    <a:pt x="0" y="397002"/>
                  </a:lnTo>
                  <a:lnTo>
                    <a:pt x="177" y="398614"/>
                  </a:lnTo>
                  <a:lnTo>
                    <a:pt x="6870" y="404012"/>
                  </a:lnTo>
                  <a:lnTo>
                    <a:pt x="7645" y="403987"/>
                  </a:lnTo>
                  <a:lnTo>
                    <a:pt x="1094422" y="208102"/>
                  </a:lnTo>
                  <a:lnTo>
                    <a:pt x="1132205" y="201282"/>
                  </a:lnTo>
                  <a:lnTo>
                    <a:pt x="1135989" y="199047"/>
                  </a:lnTo>
                  <a:lnTo>
                    <a:pt x="1309014" y="0"/>
                  </a:lnTo>
                  <a:close/>
                </a:path>
                <a:path w="1748155" h="2550795">
                  <a:moveTo>
                    <a:pt x="1747659" y="283476"/>
                  </a:moveTo>
                  <a:lnTo>
                    <a:pt x="1433868" y="580834"/>
                  </a:lnTo>
                  <a:lnTo>
                    <a:pt x="1507578" y="0"/>
                  </a:lnTo>
                  <a:lnTo>
                    <a:pt x="1493774" y="0"/>
                  </a:lnTo>
                  <a:lnTo>
                    <a:pt x="1418501" y="593064"/>
                  </a:lnTo>
                  <a:lnTo>
                    <a:pt x="869480" y="685622"/>
                  </a:lnTo>
                  <a:lnTo>
                    <a:pt x="1348587" y="0"/>
                  </a:lnTo>
                  <a:lnTo>
                    <a:pt x="1331887" y="0"/>
                  </a:lnTo>
                  <a:lnTo>
                    <a:pt x="898055" y="620699"/>
                  </a:lnTo>
                  <a:lnTo>
                    <a:pt x="847966" y="692746"/>
                  </a:lnTo>
                  <a:lnTo>
                    <a:pt x="847572" y="694156"/>
                  </a:lnTo>
                  <a:lnTo>
                    <a:pt x="847521" y="695032"/>
                  </a:lnTo>
                  <a:lnTo>
                    <a:pt x="849807" y="713778"/>
                  </a:lnTo>
                  <a:lnTo>
                    <a:pt x="851103" y="724306"/>
                  </a:lnTo>
                  <a:lnTo>
                    <a:pt x="949706" y="1530477"/>
                  </a:lnTo>
                  <a:lnTo>
                    <a:pt x="977938" y="1557807"/>
                  </a:lnTo>
                  <a:lnTo>
                    <a:pt x="1201521" y="1758911"/>
                  </a:lnTo>
                  <a:lnTo>
                    <a:pt x="1207135" y="1768208"/>
                  </a:lnTo>
                  <a:lnTo>
                    <a:pt x="1635836" y="2478722"/>
                  </a:lnTo>
                  <a:lnTo>
                    <a:pt x="1670939" y="2536901"/>
                  </a:lnTo>
                  <a:lnTo>
                    <a:pt x="1677504" y="2547747"/>
                  </a:lnTo>
                  <a:lnTo>
                    <a:pt x="1678470" y="2549004"/>
                  </a:lnTo>
                  <a:lnTo>
                    <a:pt x="1679524" y="2549766"/>
                  </a:lnTo>
                  <a:lnTo>
                    <a:pt x="1680679" y="2550210"/>
                  </a:lnTo>
                  <a:lnTo>
                    <a:pt x="1681124" y="2550439"/>
                  </a:lnTo>
                  <a:lnTo>
                    <a:pt x="1681607" y="2550553"/>
                  </a:lnTo>
                  <a:lnTo>
                    <a:pt x="1683258" y="2550782"/>
                  </a:lnTo>
                  <a:lnTo>
                    <a:pt x="1684413" y="2550668"/>
                  </a:lnTo>
                  <a:lnTo>
                    <a:pt x="1685772" y="2550147"/>
                  </a:lnTo>
                  <a:lnTo>
                    <a:pt x="1747659" y="2518486"/>
                  </a:lnTo>
                  <a:lnTo>
                    <a:pt x="1747659" y="2503119"/>
                  </a:lnTo>
                  <a:lnTo>
                    <a:pt x="1693329" y="2530919"/>
                  </a:lnTo>
                  <a:lnTo>
                    <a:pt x="1747659" y="2311362"/>
                  </a:lnTo>
                  <a:lnTo>
                    <a:pt x="1747659" y="2254504"/>
                  </a:lnTo>
                  <a:lnTo>
                    <a:pt x="1681505" y="2521712"/>
                  </a:lnTo>
                  <a:lnTo>
                    <a:pt x="1644370" y="2429941"/>
                  </a:lnTo>
                  <a:lnTo>
                    <a:pt x="1644370" y="2466454"/>
                  </a:lnTo>
                  <a:lnTo>
                    <a:pt x="1215656" y="1755927"/>
                  </a:lnTo>
                  <a:lnTo>
                    <a:pt x="1277683" y="1702066"/>
                  </a:lnTo>
                  <a:lnTo>
                    <a:pt x="1280210" y="1699869"/>
                  </a:lnTo>
                  <a:lnTo>
                    <a:pt x="1320126" y="1665198"/>
                  </a:lnTo>
                  <a:lnTo>
                    <a:pt x="1323289" y="1672996"/>
                  </a:lnTo>
                  <a:lnTo>
                    <a:pt x="1644370" y="2466454"/>
                  </a:lnTo>
                  <a:lnTo>
                    <a:pt x="1644370" y="2429941"/>
                  </a:lnTo>
                  <a:lnTo>
                    <a:pt x="1332636" y="1659559"/>
                  </a:lnTo>
                  <a:lnTo>
                    <a:pt x="1341069" y="1658556"/>
                  </a:lnTo>
                  <a:lnTo>
                    <a:pt x="1747659" y="1610448"/>
                  </a:lnTo>
                  <a:lnTo>
                    <a:pt x="1747659" y="1596656"/>
                  </a:lnTo>
                  <a:lnTo>
                    <a:pt x="1351508" y="1643532"/>
                  </a:lnTo>
                  <a:lnTo>
                    <a:pt x="1747659" y="1388414"/>
                  </a:lnTo>
                  <a:lnTo>
                    <a:pt x="1747659" y="1372146"/>
                  </a:lnTo>
                  <a:lnTo>
                    <a:pt x="1334630" y="1638198"/>
                  </a:lnTo>
                  <a:lnTo>
                    <a:pt x="1504340" y="1060297"/>
                  </a:lnTo>
                  <a:lnTo>
                    <a:pt x="1509331" y="1066698"/>
                  </a:lnTo>
                  <a:lnTo>
                    <a:pt x="1747659" y="1372146"/>
                  </a:lnTo>
                  <a:lnTo>
                    <a:pt x="1747659" y="1349844"/>
                  </a:lnTo>
                  <a:lnTo>
                    <a:pt x="1517523" y="1054925"/>
                  </a:lnTo>
                  <a:lnTo>
                    <a:pt x="1747659" y="1089926"/>
                  </a:lnTo>
                  <a:lnTo>
                    <a:pt x="1747659" y="1076083"/>
                  </a:lnTo>
                  <a:lnTo>
                    <a:pt x="1507464" y="1039545"/>
                  </a:lnTo>
                  <a:lnTo>
                    <a:pt x="1492402" y="952080"/>
                  </a:lnTo>
                  <a:lnTo>
                    <a:pt x="1492402" y="1032827"/>
                  </a:lnTo>
                  <a:lnTo>
                    <a:pt x="1489684" y="1031367"/>
                  </a:lnTo>
                  <a:lnTo>
                    <a:pt x="1489684" y="1046937"/>
                  </a:lnTo>
                  <a:lnTo>
                    <a:pt x="1488249" y="1048219"/>
                  </a:lnTo>
                  <a:lnTo>
                    <a:pt x="1488249" y="1066507"/>
                  </a:lnTo>
                  <a:lnTo>
                    <a:pt x="1479651" y="1095819"/>
                  </a:lnTo>
                  <a:lnTo>
                    <a:pt x="1318348" y="1645018"/>
                  </a:lnTo>
                  <a:lnTo>
                    <a:pt x="1309408" y="1641983"/>
                  </a:lnTo>
                  <a:lnTo>
                    <a:pt x="1309408" y="1656448"/>
                  </a:lnTo>
                  <a:lnTo>
                    <a:pt x="1206906" y="1745386"/>
                  </a:lnTo>
                  <a:lnTo>
                    <a:pt x="985799" y="1546504"/>
                  </a:lnTo>
                  <a:lnTo>
                    <a:pt x="1309408" y="1656448"/>
                  </a:lnTo>
                  <a:lnTo>
                    <a:pt x="1309408" y="1641983"/>
                  </a:lnTo>
                  <a:lnTo>
                    <a:pt x="969784" y="1526603"/>
                  </a:lnTo>
                  <a:lnTo>
                    <a:pt x="1456461" y="1094714"/>
                  </a:lnTo>
                  <a:lnTo>
                    <a:pt x="1488249" y="1066507"/>
                  </a:lnTo>
                  <a:lnTo>
                    <a:pt x="1488249" y="1048219"/>
                  </a:lnTo>
                  <a:lnTo>
                    <a:pt x="961644" y="1515516"/>
                  </a:lnTo>
                  <a:lnTo>
                    <a:pt x="862812" y="707453"/>
                  </a:lnTo>
                  <a:lnTo>
                    <a:pt x="867283" y="709879"/>
                  </a:lnTo>
                  <a:lnTo>
                    <a:pt x="1484541" y="1044143"/>
                  </a:lnTo>
                  <a:lnTo>
                    <a:pt x="1489684" y="1046937"/>
                  </a:lnTo>
                  <a:lnTo>
                    <a:pt x="1489684" y="1031367"/>
                  </a:lnTo>
                  <a:lnTo>
                    <a:pt x="875157" y="698563"/>
                  </a:lnTo>
                  <a:lnTo>
                    <a:pt x="1407553" y="608812"/>
                  </a:lnTo>
                  <a:lnTo>
                    <a:pt x="1419059" y="606869"/>
                  </a:lnTo>
                  <a:lnTo>
                    <a:pt x="1421688" y="622096"/>
                  </a:lnTo>
                  <a:lnTo>
                    <a:pt x="1423263" y="631240"/>
                  </a:lnTo>
                  <a:lnTo>
                    <a:pt x="1492402" y="1032827"/>
                  </a:lnTo>
                  <a:lnTo>
                    <a:pt x="1492402" y="952080"/>
                  </a:lnTo>
                  <a:lnTo>
                    <a:pt x="1434401" y="615226"/>
                  </a:lnTo>
                  <a:lnTo>
                    <a:pt x="1434604" y="615391"/>
                  </a:lnTo>
                  <a:lnTo>
                    <a:pt x="1747659" y="858494"/>
                  </a:lnTo>
                  <a:lnTo>
                    <a:pt x="1747659" y="841146"/>
                  </a:lnTo>
                  <a:lnTo>
                    <a:pt x="1442440" y="604126"/>
                  </a:lnTo>
                  <a:lnTo>
                    <a:pt x="1747659" y="574192"/>
                  </a:lnTo>
                  <a:lnTo>
                    <a:pt x="1747659" y="560438"/>
                  </a:lnTo>
                  <a:lnTo>
                    <a:pt x="1443850" y="590232"/>
                  </a:lnTo>
                  <a:lnTo>
                    <a:pt x="1747659" y="302310"/>
                  </a:lnTo>
                  <a:lnTo>
                    <a:pt x="1747659" y="283476"/>
                  </a:lnTo>
                  <a:close/>
                </a:path>
                <a:path w="1748155" h="2550795">
                  <a:moveTo>
                    <a:pt x="1747659" y="146748"/>
                  </a:moveTo>
                  <a:lnTo>
                    <a:pt x="1677657" y="0"/>
                  </a:lnTo>
                  <a:lnTo>
                    <a:pt x="1662518" y="0"/>
                  </a:lnTo>
                  <a:lnTo>
                    <a:pt x="1747659" y="178460"/>
                  </a:lnTo>
                  <a:lnTo>
                    <a:pt x="1747659" y="146748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5192585" y="8165293"/>
            <a:ext cx="3108325" cy="2123440"/>
            <a:chOff x="15192585" y="8165293"/>
            <a:chExt cx="3108325" cy="212344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22360" y="8165293"/>
              <a:ext cx="1666874" cy="16668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92585" y="8270491"/>
              <a:ext cx="3107843" cy="2017761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0" y="3699851"/>
            <a:ext cx="14055725" cy="6587490"/>
            <a:chOff x="0" y="3699851"/>
            <a:chExt cx="14055725" cy="658749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7683238"/>
              <a:ext cx="4355116" cy="260376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1527594" y="1910753"/>
                  </a:moveTo>
                  <a:lnTo>
                    <a:pt x="1415846" y="1737233"/>
                  </a:lnTo>
                  <a:lnTo>
                    <a:pt x="1387652" y="1720913"/>
                  </a:lnTo>
                  <a:lnTo>
                    <a:pt x="1387652" y="1736483"/>
                  </a:lnTo>
                  <a:lnTo>
                    <a:pt x="584949" y="1815198"/>
                  </a:lnTo>
                  <a:lnTo>
                    <a:pt x="884872" y="1530972"/>
                  </a:lnTo>
                  <a:lnTo>
                    <a:pt x="932649" y="1485696"/>
                  </a:lnTo>
                  <a:lnTo>
                    <a:pt x="1387652" y="1736483"/>
                  </a:lnTo>
                  <a:lnTo>
                    <a:pt x="1387652" y="1720913"/>
                  </a:lnTo>
                  <a:lnTo>
                    <a:pt x="936790" y="1472387"/>
                  </a:lnTo>
                  <a:lnTo>
                    <a:pt x="923277" y="1444066"/>
                  </a:lnTo>
                  <a:lnTo>
                    <a:pt x="923277" y="1475740"/>
                  </a:lnTo>
                  <a:lnTo>
                    <a:pt x="574967" y="1805800"/>
                  </a:lnTo>
                  <a:lnTo>
                    <a:pt x="681240" y="968476"/>
                  </a:lnTo>
                  <a:lnTo>
                    <a:pt x="923277" y="1475740"/>
                  </a:lnTo>
                  <a:lnTo>
                    <a:pt x="923277" y="1444066"/>
                  </a:lnTo>
                  <a:lnTo>
                    <a:pt x="687692" y="950252"/>
                  </a:lnTo>
                  <a:lnTo>
                    <a:pt x="687819" y="949833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457" y="878916"/>
                  </a:lnTo>
                  <a:lnTo>
                    <a:pt x="666457" y="976071"/>
                  </a:lnTo>
                  <a:lnTo>
                    <a:pt x="664349" y="992771"/>
                  </a:lnTo>
                  <a:lnTo>
                    <a:pt x="559600" y="1818030"/>
                  </a:lnTo>
                  <a:lnTo>
                    <a:pt x="10477" y="1910600"/>
                  </a:lnTo>
                  <a:lnTo>
                    <a:pt x="652106" y="992581"/>
                  </a:lnTo>
                  <a:lnTo>
                    <a:pt x="666457" y="976071"/>
                  </a:lnTo>
                  <a:lnTo>
                    <a:pt x="666457" y="878916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0895" y="956119"/>
                  </a:lnTo>
                  <a:lnTo>
                    <a:pt x="641413" y="983996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66851" y="1090663"/>
                  </a:lnTo>
                  <a:lnTo>
                    <a:pt x="0" y="1901698"/>
                  </a:lnTo>
                  <a:lnTo>
                    <a:pt x="0" y="1910753"/>
                  </a:lnTo>
                  <a:lnTo>
                    <a:pt x="10375" y="1910753"/>
                  </a:lnTo>
                  <a:lnTo>
                    <a:pt x="91986" y="1910753"/>
                  </a:lnTo>
                  <a:lnTo>
                    <a:pt x="548665" y="1833778"/>
                  </a:lnTo>
                  <a:lnTo>
                    <a:pt x="560171" y="1831835"/>
                  </a:lnTo>
                  <a:lnTo>
                    <a:pt x="562787" y="1847062"/>
                  </a:lnTo>
                  <a:lnTo>
                    <a:pt x="564362" y="1856206"/>
                  </a:lnTo>
                  <a:lnTo>
                    <a:pt x="573760" y="1910753"/>
                  </a:lnTo>
                  <a:lnTo>
                    <a:pt x="587654" y="1910753"/>
                  </a:lnTo>
                  <a:lnTo>
                    <a:pt x="575500" y="1840191"/>
                  </a:lnTo>
                  <a:lnTo>
                    <a:pt x="575703" y="1840357"/>
                  </a:lnTo>
                  <a:lnTo>
                    <a:pt x="666369" y="1910753"/>
                  </a:lnTo>
                  <a:lnTo>
                    <a:pt x="688708" y="1910753"/>
                  </a:lnTo>
                  <a:lnTo>
                    <a:pt x="583539" y="1829092"/>
                  </a:lnTo>
                  <a:lnTo>
                    <a:pt x="1377391" y="1751253"/>
                  </a:lnTo>
                  <a:lnTo>
                    <a:pt x="1401419" y="1748891"/>
                  </a:lnTo>
                  <a:lnTo>
                    <a:pt x="1391881" y="1789074"/>
                  </a:lnTo>
                  <a:lnTo>
                    <a:pt x="1362989" y="1910753"/>
                  </a:lnTo>
                  <a:lnTo>
                    <a:pt x="1377048" y="1910753"/>
                  </a:lnTo>
                  <a:lnTo>
                    <a:pt x="1413243" y="1758365"/>
                  </a:lnTo>
                  <a:lnTo>
                    <a:pt x="1511376" y="1910753"/>
                  </a:lnTo>
                  <a:lnTo>
                    <a:pt x="1527594" y="1910753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35432" y="3699851"/>
              <a:ext cx="9820274" cy="4010024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59300" y="9228179"/>
            <a:ext cx="125730" cy="346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000" spc="-345">
                <a:solidFill>
                  <a:srgbClr val="0C3470"/>
                </a:solidFill>
                <a:latin typeface="Verdana"/>
                <a:cs typeface="Verdana"/>
              </a:rPr>
              <a:t>7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5192585" y="8165293"/>
            <a:ext cx="3108325" cy="2123440"/>
            <a:chOff x="15192585" y="8165293"/>
            <a:chExt cx="3108325" cy="212344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92585" y="8270491"/>
              <a:ext cx="3107843" cy="201776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22360" y="8165293"/>
              <a:ext cx="1666874" cy="166687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624591" y="0"/>
            <a:ext cx="9663430" cy="7709534"/>
            <a:chOff x="8624591" y="0"/>
            <a:chExt cx="9663430" cy="7709534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24471" y="0"/>
              <a:ext cx="6263529" cy="347976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26400" y="0"/>
              <a:ext cx="4261600" cy="249711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24591" y="2489338"/>
              <a:ext cx="7839073" cy="5219699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31553" y="3163193"/>
            <a:ext cx="86841" cy="86841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770726" y="3384856"/>
            <a:ext cx="3674745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60195" algn="l"/>
              </a:tabLst>
            </a:pPr>
            <a:r>
              <a:rPr dirty="0" sz="2150" spc="85">
                <a:solidFill>
                  <a:srgbClr val="0C3470"/>
                </a:solidFill>
                <a:latin typeface="Tahoma"/>
                <a:cs typeface="Tahoma"/>
              </a:rPr>
              <a:t>SERVER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95">
                <a:solidFill>
                  <a:srgbClr val="0C3470"/>
                </a:solidFill>
                <a:latin typeface="Tahoma"/>
                <a:cs typeface="Tahoma"/>
              </a:rPr>
              <a:t>ARCHITECTURE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70726" y="2955990"/>
            <a:ext cx="5159375" cy="78549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05"/>
              </a:spcBef>
              <a:tabLst>
                <a:tab pos="755015" algn="l"/>
                <a:tab pos="2087245" algn="l"/>
                <a:tab pos="3623310" algn="l"/>
                <a:tab pos="4023360" algn="l"/>
              </a:tabLst>
            </a:pPr>
            <a:r>
              <a:rPr dirty="0" sz="2150" spc="85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155">
                <a:solidFill>
                  <a:srgbClr val="0C3470"/>
                </a:solidFill>
                <a:latin typeface="Tahoma"/>
                <a:cs typeface="Tahoma"/>
              </a:rPr>
              <a:t>SYSTEM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114">
                <a:solidFill>
                  <a:srgbClr val="0C3470"/>
                </a:solidFill>
                <a:latin typeface="Tahoma"/>
                <a:cs typeface="Tahoma"/>
              </a:rPr>
              <a:t>FOLLOWS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130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50">
                <a:solidFill>
                  <a:srgbClr val="0C3470"/>
                </a:solidFill>
                <a:latin typeface="Tahoma"/>
                <a:cs typeface="Tahoma"/>
              </a:rPr>
              <a:t>CLIENT–</a:t>
            </a:r>
            <a:endParaRPr sz="2150">
              <a:latin typeface="Tahoma"/>
              <a:cs typeface="Tahoma"/>
            </a:endParaRPr>
          </a:p>
          <a:p>
            <a:pPr algn="r" marR="5080">
              <a:lnSpc>
                <a:spcPct val="100000"/>
              </a:lnSpc>
              <a:spcBef>
                <a:spcPts val="409"/>
              </a:spcBef>
            </a:pPr>
            <a:r>
              <a:rPr dirty="0" sz="2150" spc="90">
                <a:solidFill>
                  <a:srgbClr val="0C3470"/>
                </a:solidFill>
                <a:latin typeface="Tahoma"/>
                <a:cs typeface="Tahoma"/>
              </a:rPr>
              <a:t>WHERE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31553" y="4682915"/>
            <a:ext cx="86841" cy="8684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31553" y="5822707"/>
            <a:ext cx="86841" cy="8684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770726" y="3715852"/>
            <a:ext cx="5160010" cy="3444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5999"/>
              </a:lnSpc>
              <a:spcBef>
                <a:spcPts val="95"/>
              </a:spcBef>
            </a:pPr>
            <a:r>
              <a:rPr dirty="0" sz="2150" spc="125">
                <a:solidFill>
                  <a:srgbClr val="0C3470"/>
                </a:solidFill>
                <a:latin typeface="Tahoma"/>
                <a:cs typeface="Tahoma"/>
              </a:rPr>
              <a:t>USERS</a:t>
            </a:r>
            <a:r>
              <a:rPr dirty="0" sz="2150" spc="-70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180">
                <a:solidFill>
                  <a:srgbClr val="0C3470"/>
                </a:solidFill>
                <a:latin typeface="Tahoma"/>
                <a:cs typeface="Tahoma"/>
              </a:rPr>
              <a:t>ACCESS</a:t>
            </a:r>
            <a:r>
              <a:rPr dirty="0" sz="2150" spc="-65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90">
                <a:solidFill>
                  <a:srgbClr val="0C3470"/>
                </a:solidFill>
                <a:latin typeface="Tahoma"/>
                <a:cs typeface="Tahoma"/>
              </a:rPr>
              <a:t>SERVICES</a:t>
            </a:r>
            <a:r>
              <a:rPr dirty="0" sz="2150" spc="-65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114">
                <a:solidFill>
                  <a:srgbClr val="0C3470"/>
                </a:solidFill>
                <a:latin typeface="Tahoma"/>
                <a:cs typeface="Tahoma"/>
              </a:rPr>
              <a:t>THROUGH </a:t>
            </a:r>
            <a:r>
              <a:rPr dirty="0" sz="2150" spc="180">
                <a:solidFill>
                  <a:srgbClr val="0C3470"/>
                </a:solidFill>
                <a:latin typeface="Tahoma"/>
                <a:cs typeface="Tahoma"/>
              </a:rPr>
              <a:t>A</a:t>
            </a:r>
            <a:r>
              <a:rPr dirty="0" sz="2150" spc="-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25">
                <a:solidFill>
                  <a:srgbClr val="0C3470"/>
                </a:solidFill>
                <a:latin typeface="Tahoma"/>
                <a:cs typeface="Tahoma"/>
              </a:rPr>
              <a:t>WEB</a:t>
            </a:r>
            <a:r>
              <a:rPr dirty="0" sz="2150" spc="-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40">
                <a:solidFill>
                  <a:srgbClr val="0C3470"/>
                </a:solidFill>
                <a:latin typeface="Tahoma"/>
                <a:cs typeface="Tahoma"/>
              </a:rPr>
              <a:t>INTERFACE.</a:t>
            </a:r>
            <a:endParaRPr sz="2150">
              <a:latin typeface="Tahoma"/>
              <a:cs typeface="Tahoma"/>
            </a:endParaRPr>
          </a:p>
          <a:p>
            <a:pPr algn="just" marL="12700" marR="5080" indent="122555">
              <a:lnSpc>
                <a:spcPts val="2990"/>
              </a:lnSpc>
              <a:spcBef>
                <a:spcPts val="165"/>
              </a:spcBef>
            </a:pPr>
            <a:r>
              <a:rPr dirty="0" sz="2150" spc="114">
                <a:solidFill>
                  <a:srgbClr val="0C3470"/>
                </a:solidFill>
                <a:latin typeface="Tahoma"/>
                <a:cs typeface="Tahoma"/>
              </a:rPr>
              <a:t>REQUESTS</a:t>
            </a:r>
            <a:r>
              <a:rPr dirty="0" sz="2150" spc="30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0C3470"/>
                </a:solidFill>
                <a:latin typeface="Tahoma"/>
                <a:cs typeface="Tahoma"/>
              </a:rPr>
              <a:t>ARE</a:t>
            </a:r>
            <a:r>
              <a:rPr dirty="0" sz="2150" spc="3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30">
                <a:solidFill>
                  <a:srgbClr val="0C3470"/>
                </a:solidFill>
                <a:latin typeface="Tahoma"/>
                <a:cs typeface="Tahoma"/>
              </a:rPr>
              <a:t>PROCESSED</a:t>
            </a:r>
            <a:r>
              <a:rPr dirty="0" sz="2150" spc="31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70">
                <a:solidFill>
                  <a:srgbClr val="0C3470"/>
                </a:solidFill>
                <a:latin typeface="Tahoma"/>
                <a:cs typeface="Tahoma"/>
              </a:rPr>
              <a:t>BY</a:t>
            </a:r>
            <a:r>
              <a:rPr dirty="0" sz="2150" spc="3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0C3470"/>
                </a:solidFill>
                <a:latin typeface="Tahoma"/>
                <a:cs typeface="Tahoma"/>
              </a:rPr>
              <a:t>THE </a:t>
            </a:r>
            <a:r>
              <a:rPr dirty="0" sz="2150" spc="145">
                <a:solidFill>
                  <a:srgbClr val="0C3470"/>
                </a:solidFill>
                <a:latin typeface="Tahoma"/>
                <a:cs typeface="Tahoma"/>
              </a:rPr>
              <a:t>BACKEND</a:t>
            </a:r>
            <a:r>
              <a:rPr dirty="0" sz="2150" spc="290">
                <a:solidFill>
                  <a:srgbClr val="0C3470"/>
                </a:solidFill>
                <a:latin typeface="Tahoma"/>
                <a:cs typeface="Tahoma"/>
              </a:rPr>
              <a:t>   </a:t>
            </a:r>
            <a:r>
              <a:rPr dirty="0" sz="2150" spc="95">
                <a:solidFill>
                  <a:srgbClr val="0C3470"/>
                </a:solidFill>
                <a:latin typeface="Tahoma"/>
                <a:cs typeface="Tahoma"/>
              </a:rPr>
              <a:t>SERVER</a:t>
            </a:r>
            <a:r>
              <a:rPr dirty="0" sz="2150" spc="295">
                <a:solidFill>
                  <a:srgbClr val="0C3470"/>
                </a:solidFill>
                <a:latin typeface="Tahoma"/>
                <a:cs typeface="Tahoma"/>
              </a:rPr>
              <a:t>   </a:t>
            </a:r>
            <a:r>
              <a:rPr dirty="0" sz="2150" spc="14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150" spc="300">
                <a:solidFill>
                  <a:srgbClr val="0C3470"/>
                </a:solidFill>
                <a:latin typeface="Tahoma"/>
                <a:cs typeface="Tahoma"/>
              </a:rPr>
              <a:t>   </a:t>
            </a:r>
            <a:r>
              <a:rPr dirty="0" sz="2150" spc="80">
                <a:solidFill>
                  <a:srgbClr val="0C3470"/>
                </a:solidFill>
                <a:latin typeface="Tahoma"/>
                <a:cs typeface="Tahoma"/>
              </a:rPr>
              <a:t>STORED </a:t>
            </a:r>
            <a:r>
              <a:rPr dirty="0" sz="2150" spc="125">
                <a:solidFill>
                  <a:srgbClr val="0C3470"/>
                </a:solidFill>
                <a:latin typeface="Tahoma"/>
                <a:cs typeface="Tahoma"/>
              </a:rPr>
              <a:t>SECURELY</a:t>
            </a:r>
            <a:r>
              <a:rPr dirty="0" sz="21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21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0C3470"/>
                </a:solidFill>
                <a:latin typeface="Tahoma"/>
                <a:cs typeface="Tahoma"/>
              </a:rPr>
              <a:t>THE</a:t>
            </a:r>
            <a:r>
              <a:rPr dirty="0" sz="21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0C3470"/>
                </a:solidFill>
                <a:latin typeface="Tahoma"/>
                <a:cs typeface="Tahoma"/>
              </a:rPr>
              <a:t>DATABASE.</a:t>
            </a:r>
            <a:endParaRPr sz="2150">
              <a:latin typeface="Tahoma"/>
              <a:cs typeface="Tahoma"/>
            </a:endParaRPr>
          </a:p>
          <a:p>
            <a:pPr algn="just" marL="12700" marR="5080" indent="230504">
              <a:lnSpc>
                <a:spcPts val="2990"/>
              </a:lnSpc>
              <a:tabLst>
                <a:tab pos="1604645" algn="l"/>
                <a:tab pos="3818254" algn="l"/>
              </a:tabLst>
            </a:pP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THIS</a:t>
            </a:r>
            <a:r>
              <a:rPr dirty="0" sz="2150" spc="275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130">
                <a:solidFill>
                  <a:srgbClr val="0C3470"/>
                </a:solidFill>
                <a:latin typeface="Tahoma"/>
                <a:cs typeface="Tahoma"/>
              </a:rPr>
              <a:t>STRUCTURE</a:t>
            </a:r>
            <a:r>
              <a:rPr dirty="0" sz="2150" spc="270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125">
                <a:solidFill>
                  <a:srgbClr val="0C3470"/>
                </a:solidFill>
                <a:latin typeface="Tahoma"/>
                <a:cs typeface="Tahoma"/>
              </a:rPr>
              <a:t>ENSURES</a:t>
            </a:r>
            <a:r>
              <a:rPr dirty="0" sz="2150" spc="275">
                <a:solidFill>
                  <a:srgbClr val="0C3470"/>
                </a:solidFill>
                <a:latin typeface="Tahoma"/>
                <a:cs typeface="Tahoma"/>
              </a:rPr>
              <a:t>  </a:t>
            </a:r>
            <a:r>
              <a:rPr dirty="0" sz="2150" spc="80">
                <a:solidFill>
                  <a:srgbClr val="0C3470"/>
                </a:solidFill>
                <a:latin typeface="Tahoma"/>
                <a:cs typeface="Tahoma"/>
              </a:rPr>
              <a:t>FAST </a:t>
            </a:r>
            <a:r>
              <a:rPr dirty="0" sz="2150" spc="105">
                <a:solidFill>
                  <a:srgbClr val="0C3470"/>
                </a:solidFill>
                <a:latin typeface="Tahoma"/>
                <a:cs typeface="Tahoma"/>
              </a:rPr>
              <a:t>RESPONSE,</a:t>
            </a:r>
            <a:r>
              <a:rPr dirty="0" sz="2150" spc="2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0C3470"/>
                </a:solidFill>
                <a:latin typeface="Tahoma"/>
                <a:cs typeface="Tahoma"/>
              </a:rPr>
              <a:t>SECURE</a:t>
            </a:r>
            <a:r>
              <a:rPr dirty="0" sz="2150" spc="2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DATA</a:t>
            </a:r>
            <a:r>
              <a:rPr dirty="0" sz="2150" spc="2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0C3470"/>
                </a:solidFill>
                <a:latin typeface="Tahoma"/>
                <a:cs typeface="Tahoma"/>
              </a:rPr>
              <a:t>HANDLING, </a:t>
            </a:r>
            <a:r>
              <a:rPr dirty="0" sz="2150" spc="114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130">
                <a:solidFill>
                  <a:srgbClr val="0C3470"/>
                </a:solidFill>
                <a:latin typeface="Tahoma"/>
                <a:cs typeface="Tahoma"/>
              </a:rPr>
              <a:t>SMOOTH</a:t>
            </a:r>
            <a:r>
              <a:rPr dirty="0" sz="2150">
                <a:solidFill>
                  <a:srgbClr val="0C3470"/>
                </a:solidFill>
                <a:latin typeface="Tahoma"/>
                <a:cs typeface="Tahoma"/>
              </a:rPr>
              <a:t>	</a:t>
            </a:r>
            <a:r>
              <a:rPr dirty="0" sz="2150" spc="60">
                <a:solidFill>
                  <a:srgbClr val="0C3470"/>
                </a:solidFill>
                <a:latin typeface="Tahoma"/>
                <a:cs typeface="Tahoma"/>
              </a:rPr>
              <a:t>HOSPITAL </a:t>
            </a:r>
            <a:r>
              <a:rPr dirty="0" sz="2150" spc="50">
                <a:solidFill>
                  <a:srgbClr val="0C3470"/>
                </a:solidFill>
                <a:latin typeface="Tahoma"/>
                <a:cs typeface="Tahoma"/>
              </a:rPr>
              <a:t>OPERATIONS.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-12188" y="-1150"/>
            <a:ext cx="5483860" cy="2003425"/>
            <a:chOff x="-12188" y="-1150"/>
            <a:chExt cx="5483860" cy="2003425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2188" y="-1150"/>
              <a:ext cx="3845918" cy="200280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581" y="403336"/>
              <a:ext cx="5133974" cy="1552574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56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KEY</a:t>
            </a:r>
            <a:r>
              <a:rPr dirty="0" spc="-325"/>
              <a:t> </a:t>
            </a:r>
            <a:r>
              <a:rPr dirty="0" spc="-305"/>
              <a:t>FEATURES</a:t>
            </a:r>
            <a:r>
              <a:rPr dirty="0" spc="-320"/>
              <a:t> </a:t>
            </a:r>
            <a:r>
              <a:rPr dirty="0" spc="360"/>
              <a:t>&amp;</a:t>
            </a:r>
            <a:r>
              <a:rPr dirty="0" spc="-325"/>
              <a:t> </a:t>
            </a:r>
            <a:r>
              <a:rPr dirty="0" spc="75"/>
              <a:t>INNOVATION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2822" y="4452912"/>
            <a:ext cx="103814" cy="10381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2822" y="4925843"/>
            <a:ext cx="103814" cy="10381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2822" y="5398773"/>
            <a:ext cx="103814" cy="10381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2822" y="5871704"/>
            <a:ext cx="103814" cy="10381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2822" y="6344634"/>
            <a:ext cx="103814" cy="103813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301749" y="4196434"/>
            <a:ext cx="15404465" cy="333629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587375">
              <a:lnSpc>
                <a:spcPct val="100000"/>
              </a:lnSpc>
              <a:spcBef>
                <a:spcPts val="640"/>
              </a:spcBef>
            </a:pPr>
            <a:r>
              <a:rPr dirty="0" sz="2650" spc="95">
                <a:solidFill>
                  <a:srgbClr val="0C3470"/>
                </a:solidFill>
                <a:latin typeface="Tahoma"/>
                <a:cs typeface="Tahoma"/>
              </a:rPr>
              <a:t>Real-</a:t>
            </a: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time</a:t>
            </a:r>
            <a:r>
              <a:rPr dirty="0" sz="265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0C3470"/>
                </a:solidFill>
                <a:latin typeface="Tahoma"/>
                <a:cs typeface="Tahoma"/>
              </a:rPr>
              <a:t>online</a:t>
            </a:r>
            <a:r>
              <a:rPr dirty="0" sz="2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60">
                <a:solidFill>
                  <a:srgbClr val="0C3470"/>
                </a:solidFill>
                <a:latin typeface="Tahoma"/>
                <a:cs typeface="Tahoma"/>
              </a:rPr>
              <a:t>appointment</a:t>
            </a:r>
            <a:r>
              <a:rPr dirty="0" sz="2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0C3470"/>
                </a:solidFill>
                <a:latin typeface="Tahoma"/>
                <a:cs typeface="Tahoma"/>
              </a:rPr>
              <a:t>booking</a:t>
            </a:r>
            <a:endParaRPr sz="2650">
              <a:latin typeface="Tahoma"/>
              <a:cs typeface="Tahoma"/>
            </a:endParaRPr>
          </a:p>
          <a:p>
            <a:pPr marL="587375" marR="6968490">
              <a:lnSpc>
                <a:spcPct val="117100"/>
              </a:lnSpc>
            </a:pPr>
            <a:r>
              <a:rPr dirty="0" sz="2650" spc="105">
                <a:solidFill>
                  <a:srgbClr val="0C3470"/>
                </a:solidFill>
                <a:latin typeface="Tahoma"/>
                <a:cs typeface="Tahoma"/>
              </a:rPr>
              <a:t>Role-</a:t>
            </a:r>
            <a:r>
              <a:rPr dirty="0" sz="2650" spc="120">
                <a:solidFill>
                  <a:srgbClr val="0C3470"/>
                </a:solidFill>
                <a:latin typeface="Tahoma"/>
                <a:cs typeface="Tahoma"/>
              </a:rPr>
              <a:t>based</a:t>
            </a:r>
            <a:r>
              <a:rPr dirty="0" sz="26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170">
                <a:solidFill>
                  <a:srgbClr val="0C3470"/>
                </a:solidFill>
                <a:latin typeface="Tahoma"/>
                <a:cs typeface="Tahoma"/>
              </a:rPr>
              <a:t>access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for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0C3470"/>
                </a:solidFill>
                <a:latin typeface="Tahoma"/>
                <a:cs typeface="Tahoma"/>
              </a:rPr>
              <a:t>Admin,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0C3470"/>
                </a:solidFill>
                <a:latin typeface="Tahoma"/>
                <a:cs typeface="Tahoma"/>
              </a:rPr>
              <a:t>Doctor,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6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45">
                <a:solidFill>
                  <a:srgbClr val="0C3470"/>
                </a:solidFill>
                <a:latin typeface="Tahoma"/>
                <a:cs typeface="Tahoma"/>
              </a:rPr>
              <a:t>Patient </a:t>
            </a:r>
            <a:r>
              <a:rPr dirty="0" sz="2650" spc="125">
                <a:solidFill>
                  <a:srgbClr val="0C3470"/>
                </a:solidFill>
                <a:latin typeface="Tahoma"/>
                <a:cs typeface="Tahoma"/>
              </a:rPr>
              <a:t>Secure</a:t>
            </a:r>
            <a:r>
              <a:rPr dirty="0" sz="26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50">
                <a:solidFill>
                  <a:srgbClr val="0C3470"/>
                </a:solidFill>
                <a:latin typeface="Tahoma"/>
                <a:cs typeface="Tahoma"/>
              </a:rPr>
              <a:t>digital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storage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0C3470"/>
                </a:solidFill>
                <a:latin typeface="Tahoma"/>
                <a:cs typeface="Tahoma"/>
              </a:rPr>
              <a:t>of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90">
                <a:solidFill>
                  <a:srgbClr val="0C3470"/>
                </a:solidFill>
                <a:latin typeface="Tahoma"/>
                <a:cs typeface="Tahoma"/>
              </a:rPr>
              <a:t>medical</a:t>
            </a:r>
            <a:r>
              <a:rPr dirty="0" sz="26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0C3470"/>
                </a:solidFill>
                <a:latin typeface="Tahoma"/>
                <a:cs typeface="Tahoma"/>
              </a:rPr>
              <a:t>records </a:t>
            </a:r>
            <a:r>
              <a:rPr dirty="0" sz="2650" spc="110">
                <a:solidFill>
                  <a:srgbClr val="0C3470"/>
                </a:solidFill>
                <a:latin typeface="Tahoma"/>
                <a:cs typeface="Tahoma"/>
              </a:rPr>
              <a:t>Anonymous</a:t>
            </a:r>
            <a:r>
              <a:rPr dirty="0" sz="2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mental</a:t>
            </a:r>
            <a:r>
              <a:rPr dirty="0" sz="26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50">
                <a:solidFill>
                  <a:srgbClr val="0C3470"/>
                </a:solidFill>
                <a:latin typeface="Tahoma"/>
                <a:cs typeface="Tahoma"/>
              </a:rPr>
              <a:t>health</a:t>
            </a:r>
            <a:r>
              <a:rPr dirty="0" sz="2650" spc="-2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0C3470"/>
                </a:solidFill>
                <a:latin typeface="Tahoma"/>
                <a:cs typeface="Tahoma"/>
              </a:rPr>
              <a:t>consultation</a:t>
            </a:r>
            <a:r>
              <a:rPr dirty="0" sz="2650" spc="-2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50">
                <a:solidFill>
                  <a:srgbClr val="0C3470"/>
                </a:solidFill>
                <a:latin typeface="Tahoma"/>
                <a:cs typeface="Tahoma"/>
              </a:rPr>
              <a:t>feature </a:t>
            </a: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Integrated</a:t>
            </a:r>
            <a:r>
              <a:rPr dirty="0" sz="265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chatbot</a:t>
            </a:r>
            <a:r>
              <a:rPr dirty="0" sz="2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for</a:t>
            </a:r>
            <a:r>
              <a:rPr dirty="0" sz="2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90">
                <a:solidFill>
                  <a:srgbClr val="0C3470"/>
                </a:solidFill>
                <a:latin typeface="Tahoma"/>
                <a:cs typeface="Tahoma"/>
              </a:rPr>
              <a:t>user</a:t>
            </a:r>
            <a:r>
              <a:rPr dirty="0" sz="2650" spc="-3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0C3470"/>
                </a:solidFill>
                <a:latin typeface="Tahoma"/>
                <a:cs typeface="Tahoma"/>
              </a:rPr>
              <a:t>support</a:t>
            </a:r>
            <a:endParaRPr sz="2650">
              <a:latin typeface="Tahoma"/>
              <a:cs typeface="Tahoma"/>
            </a:endParaRPr>
          </a:p>
          <a:p>
            <a:pPr marL="12700" marR="5080">
              <a:lnSpc>
                <a:spcPct val="117100"/>
              </a:lnSpc>
            </a:pP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Innovation</a:t>
            </a:r>
            <a:r>
              <a:rPr dirty="0" sz="2650" spc="-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lies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90">
                <a:solidFill>
                  <a:srgbClr val="0C3470"/>
                </a:solidFill>
                <a:latin typeface="Tahoma"/>
                <a:cs typeface="Tahoma"/>
              </a:rPr>
              <a:t>combining</a:t>
            </a:r>
            <a:r>
              <a:rPr dirty="0" sz="2650" spc="-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70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50">
                <a:solidFill>
                  <a:srgbClr val="0C3470"/>
                </a:solidFill>
                <a:latin typeface="Tahoma"/>
                <a:cs typeface="Tahoma"/>
              </a:rPr>
              <a:t>management,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0C3470"/>
                </a:solidFill>
                <a:latin typeface="Tahoma"/>
                <a:cs typeface="Tahoma"/>
              </a:rPr>
              <a:t>privacy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60">
                <a:solidFill>
                  <a:srgbClr val="0C3470"/>
                </a:solidFill>
                <a:latin typeface="Tahoma"/>
                <a:cs typeface="Tahoma"/>
              </a:rPr>
              <a:t>protection,</a:t>
            </a:r>
            <a:r>
              <a:rPr dirty="0" sz="2650" spc="-1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80">
                <a:solidFill>
                  <a:srgbClr val="0C3470"/>
                </a:solidFill>
                <a:latin typeface="Tahoma"/>
                <a:cs typeface="Tahoma"/>
              </a:rPr>
              <a:t>and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0C3470"/>
                </a:solidFill>
                <a:latin typeface="Tahoma"/>
                <a:cs typeface="Tahoma"/>
              </a:rPr>
              <a:t>intelligent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0C3470"/>
                </a:solidFill>
                <a:latin typeface="Tahoma"/>
                <a:cs typeface="Tahoma"/>
              </a:rPr>
              <a:t>assistance</a:t>
            </a:r>
            <a:r>
              <a:rPr dirty="0" sz="2650" spc="-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-25">
                <a:solidFill>
                  <a:srgbClr val="0C3470"/>
                </a:solidFill>
                <a:latin typeface="Tahoma"/>
                <a:cs typeface="Tahoma"/>
              </a:rPr>
              <a:t>in </a:t>
            </a:r>
            <a:r>
              <a:rPr dirty="0" sz="2650" spc="95">
                <a:solidFill>
                  <a:srgbClr val="0C3470"/>
                </a:solidFill>
                <a:latin typeface="Tahoma"/>
                <a:cs typeface="Tahoma"/>
              </a:rPr>
              <a:t>one</a:t>
            </a:r>
            <a:r>
              <a:rPr dirty="0" sz="2650" spc="-9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70">
                <a:solidFill>
                  <a:srgbClr val="0C3470"/>
                </a:solidFill>
                <a:latin typeface="Tahoma"/>
                <a:cs typeface="Tahoma"/>
              </a:rPr>
              <a:t>unified</a:t>
            </a:r>
            <a:r>
              <a:rPr dirty="0" sz="2650" spc="-8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650" spc="35">
                <a:solidFill>
                  <a:srgbClr val="0C3470"/>
                </a:solidFill>
                <a:latin typeface="Tahoma"/>
                <a:cs typeface="Tahoma"/>
              </a:rPr>
              <a:t>platform.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122360" y="8165293"/>
            <a:ext cx="1666874" cy="1666874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59300" y="9228179"/>
            <a:ext cx="163195" cy="346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000" spc="-50">
                <a:solidFill>
                  <a:srgbClr val="0C3470"/>
                </a:solidFill>
                <a:latin typeface="Verdana"/>
                <a:cs typeface="Verdana"/>
              </a:rPr>
              <a:t>9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12188" y="-1150"/>
            <a:ext cx="3845918" cy="200280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92585" y="8270490"/>
            <a:ext cx="3107843" cy="201776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0291" y="6968054"/>
              <a:ext cx="107487" cy="10748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5617" rIns="0" bIns="0" rtlCol="0" vert="horz">
            <a:spAutoFit/>
          </a:bodyPr>
          <a:lstStyle/>
          <a:p>
            <a:pPr marL="74803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IMPACT</a:t>
            </a:r>
            <a:r>
              <a:rPr dirty="0" spc="-325"/>
              <a:t> </a:t>
            </a:r>
            <a:r>
              <a:rPr dirty="0" spc="360"/>
              <a:t>&amp;</a:t>
            </a:r>
            <a:r>
              <a:rPr dirty="0" spc="-320"/>
              <a:t> </a:t>
            </a:r>
            <a:r>
              <a:rPr dirty="0" spc="-285"/>
              <a:t>FUTURE</a:t>
            </a:r>
            <a:r>
              <a:rPr dirty="0" spc="-320"/>
              <a:t> </a:t>
            </a:r>
            <a:r>
              <a:rPr dirty="0" spc="-125"/>
              <a:t>SCOPE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0291" y="4334607"/>
            <a:ext cx="107487" cy="107487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0291" y="4773515"/>
            <a:ext cx="107487" cy="10748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0291" y="5212423"/>
            <a:ext cx="107487" cy="10748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80291" y="5651331"/>
            <a:ext cx="107487" cy="107487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80291" y="6529146"/>
            <a:ext cx="107487" cy="107487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80291" y="7406962"/>
            <a:ext cx="107487" cy="107487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80291" y="7845870"/>
            <a:ext cx="107487" cy="107487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947998" y="3655520"/>
            <a:ext cx="7120890" cy="441452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500" spc="-10" b="1">
                <a:solidFill>
                  <a:srgbClr val="0C3470"/>
                </a:solidFill>
                <a:latin typeface="Tahoma"/>
                <a:cs typeface="Tahoma"/>
              </a:rPr>
              <a:t>Impact:</a:t>
            </a:r>
            <a:endParaRPr sz="2500">
              <a:latin typeface="Tahoma"/>
              <a:cs typeface="Tahoma"/>
            </a:endParaRPr>
          </a:p>
          <a:p>
            <a:pPr marL="1094105" marR="499745">
              <a:lnSpc>
                <a:spcPct val="115199"/>
              </a:lnSpc>
            </a:pPr>
            <a:r>
              <a:rPr dirty="0" sz="2500" spc="120">
                <a:solidFill>
                  <a:srgbClr val="0C3470"/>
                </a:solidFill>
                <a:latin typeface="Tahoma"/>
                <a:cs typeface="Tahoma"/>
              </a:rPr>
              <a:t>Reduces</a:t>
            </a:r>
            <a:r>
              <a:rPr dirty="0" sz="250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45">
                <a:solidFill>
                  <a:srgbClr val="0C3470"/>
                </a:solidFill>
                <a:latin typeface="Tahoma"/>
                <a:cs typeface="Tahoma"/>
              </a:rPr>
              <a:t>waiting</a:t>
            </a:r>
            <a:r>
              <a:rPr dirty="0" sz="25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time</a:t>
            </a:r>
            <a:r>
              <a:rPr dirty="0" sz="25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in</a:t>
            </a:r>
            <a:r>
              <a:rPr dirty="0" sz="2500" spc="-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0">
                <a:solidFill>
                  <a:srgbClr val="0C3470"/>
                </a:solidFill>
                <a:latin typeface="Tahoma"/>
                <a:cs typeface="Tahoma"/>
              </a:rPr>
              <a:t>hospitals </a:t>
            </a:r>
            <a:r>
              <a:rPr dirty="0" sz="2500" spc="45">
                <a:solidFill>
                  <a:srgbClr val="0C3470"/>
                </a:solidFill>
                <a:latin typeface="Tahoma"/>
                <a:cs typeface="Tahoma"/>
              </a:rPr>
              <a:t>Improves</a:t>
            </a:r>
            <a:r>
              <a:rPr dirty="0" sz="2500" spc="-7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0C3470"/>
                </a:solidFill>
                <a:latin typeface="Tahoma"/>
                <a:cs typeface="Tahoma"/>
              </a:rPr>
              <a:t>operational</a:t>
            </a:r>
            <a:r>
              <a:rPr dirty="0" sz="2500" spc="-7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0C3470"/>
                </a:solidFill>
                <a:latin typeface="Tahoma"/>
                <a:cs typeface="Tahoma"/>
              </a:rPr>
              <a:t>efficiency Encourages</a:t>
            </a:r>
            <a:r>
              <a:rPr dirty="0" sz="25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mental</a:t>
            </a:r>
            <a:r>
              <a:rPr dirty="0" sz="25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health</a:t>
            </a:r>
            <a:r>
              <a:rPr dirty="0" sz="2500" spc="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85">
                <a:solidFill>
                  <a:srgbClr val="0C3470"/>
                </a:solidFill>
                <a:latin typeface="Tahoma"/>
                <a:cs typeface="Tahoma"/>
              </a:rPr>
              <a:t>awareness </a:t>
            </a:r>
            <a:r>
              <a:rPr dirty="0" sz="2500" spc="100">
                <a:solidFill>
                  <a:srgbClr val="0C3470"/>
                </a:solidFill>
                <a:latin typeface="Tahoma"/>
                <a:cs typeface="Tahoma"/>
              </a:rPr>
              <a:t>Minimizes</a:t>
            </a:r>
            <a:r>
              <a:rPr dirty="0" sz="2500" spc="-7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70">
                <a:solidFill>
                  <a:srgbClr val="0C3470"/>
                </a:solidFill>
                <a:latin typeface="Tahoma"/>
                <a:cs typeface="Tahoma"/>
              </a:rPr>
              <a:t>paperwork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500" spc="-65" b="1">
                <a:solidFill>
                  <a:srgbClr val="0C3470"/>
                </a:solidFill>
                <a:latin typeface="Tahoma"/>
                <a:cs typeface="Tahoma"/>
              </a:rPr>
              <a:t>Future</a:t>
            </a:r>
            <a:r>
              <a:rPr dirty="0" sz="2500" spc="-125" b="1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10" b="1">
                <a:solidFill>
                  <a:srgbClr val="0C3470"/>
                </a:solidFill>
                <a:latin typeface="Tahoma"/>
                <a:cs typeface="Tahoma"/>
              </a:rPr>
              <a:t>Scope:</a:t>
            </a:r>
            <a:endParaRPr sz="2500">
              <a:latin typeface="Tahoma"/>
              <a:cs typeface="Tahoma"/>
            </a:endParaRPr>
          </a:p>
          <a:p>
            <a:pPr marL="1094105">
              <a:lnSpc>
                <a:spcPct val="100000"/>
              </a:lnSpc>
              <a:spcBef>
                <a:spcPts val="455"/>
              </a:spcBef>
            </a:pPr>
            <a:r>
              <a:rPr dirty="0" sz="2500" spc="105">
                <a:solidFill>
                  <a:srgbClr val="0C3470"/>
                </a:solidFill>
                <a:latin typeface="Tahoma"/>
                <a:cs typeface="Tahoma"/>
              </a:rPr>
              <a:t>Mobile</a:t>
            </a:r>
            <a:r>
              <a:rPr dirty="0" sz="2500" spc="-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0">
                <a:solidFill>
                  <a:srgbClr val="0C3470"/>
                </a:solidFill>
                <a:latin typeface="Tahoma"/>
                <a:cs typeface="Tahoma"/>
              </a:rPr>
              <a:t>application</a:t>
            </a:r>
            <a:r>
              <a:rPr dirty="0" sz="2500" spc="-6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0C3470"/>
                </a:solidFill>
                <a:latin typeface="Tahoma"/>
                <a:cs typeface="Tahoma"/>
              </a:rPr>
              <a:t>development</a:t>
            </a:r>
            <a:endParaRPr sz="2500">
              <a:latin typeface="Tahoma"/>
              <a:cs typeface="Tahoma"/>
            </a:endParaRPr>
          </a:p>
          <a:p>
            <a:pPr marL="1094105" marR="5080">
              <a:lnSpc>
                <a:spcPct val="115199"/>
              </a:lnSpc>
            </a:pP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AI-</a:t>
            </a:r>
            <a:r>
              <a:rPr dirty="0" sz="2500" spc="110">
                <a:solidFill>
                  <a:srgbClr val="0C3470"/>
                </a:solidFill>
                <a:latin typeface="Tahoma"/>
                <a:cs typeface="Tahoma"/>
              </a:rPr>
              <a:t>based</a:t>
            </a:r>
            <a:r>
              <a:rPr dirty="0" sz="2500" spc="-4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0C3470"/>
                </a:solidFill>
                <a:latin typeface="Tahoma"/>
                <a:cs typeface="Tahoma"/>
              </a:rPr>
              <a:t>appointment</a:t>
            </a:r>
            <a:r>
              <a:rPr dirty="0" sz="25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0C3470"/>
                </a:solidFill>
                <a:latin typeface="Tahoma"/>
                <a:cs typeface="Tahoma"/>
              </a:rPr>
              <a:t>prediction</a:t>
            </a:r>
            <a:r>
              <a:rPr dirty="0" sz="2500" spc="-3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0C3470"/>
                </a:solidFill>
                <a:latin typeface="Tahoma"/>
                <a:cs typeface="Tahoma"/>
              </a:rPr>
              <a:t>system </a:t>
            </a:r>
            <a:r>
              <a:rPr dirty="0" sz="2500" spc="50">
                <a:solidFill>
                  <a:srgbClr val="0C3470"/>
                </a:solidFill>
                <a:latin typeface="Tahoma"/>
                <a:cs typeface="Tahoma"/>
              </a:rPr>
              <a:t>Online</a:t>
            </a:r>
            <a:r>
              <a:rPr dirty="0" sz="2500" spc="-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0C3470"/>
                </a:solidFill>
                <a:latin typeface="Tahoma"/>
                <a:cs typeface="Tahoma"/>
              </a:rPr>
              <a:t>payment</a:t>
            </a:r>
            <a:r>
              <a:rPr dirty="0" sz="2500" spc="-8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C3470"/>
                </a:solidFill>
                <a:latin typeface="Tahoma"/>
                <a:cs typeface="Tahoma"/>
              </a:rPr>
              <a:t>integration</a:t>
            </a:r>
            <a:endParaRPr sz="2500">
              <a:latin typeface="Tahoma"/>
              <a:cs typeface="Tahoma"/>
            </a:endParaRPr>
          </a:p>
          <a:p>
            <a:pPr marL="1094105">
              <a:lnSpc>
                <a:spcPct val="100000"/>
              </a:lnSpc>
              <a:spcBef>
                <a:spcPts val="455"/>
              </a:spcBef>
            </a:pPr>
            <a:r>
              <a:rPr dirty="0" sz="2500" spc="75">
                <a:solidFill>
                  <a:srgbClr val="0C3470"/>
                </a:solidFill>
                <a:latin typeface="Tahoma"/>
                <a:cs typeface="Tahoma"/>
              </a:rPr>
              <a:t>Expansion</a:t>
            </a:r>
            <a:r>
              <a:rPr dirty="0" sz="25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to</a:t>
            </a:r>
            <a:r>
              <a:rPr dirty="0" sz="2500" spc="50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C3470"/>
                </a:solidFill>
                <a:latin typeface="Tahoma"/>
                <a:cs typeface="Tahoma"/>
              </a:rPr>
              <a:t>multi-</a:t>
            </a:r>
            <a:r>
              <a:rPr dirty="0" sz="2500" spc="55">
                <a:solidFill>
                  <a:srgbClr val="0C3470"/>
                </a:solidFill>
                <a:latin typeface="Tahoma"/>
                <a:cs typeface="Tahoma"/>
              </a:rPr>
              <a:t>hospital</a:t>
            </a:r>
            <a:r>
              <a:rPr dirty="0" sz="2500" spc="45">
                <a:solidFill>
                  <a:srgbClr val="0C3470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0C3470"/>
                </a:solidFill>
                <a:latin typeface="Tahoma"/>
                <a:cs typeface="Tahoma"/>
              </a:rPr>
              <a:t>networks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7581" y="403336"/>
            <a:ext cx="5133974" cy="155257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122360" y="8165293"/>
            <a:ext cx="1666874" cy="1666874"/>
          </a:xfrm>
          <a:prstGeom prst="rect">
            <a:avLst/>
          </a:prstGeom>
        </p:spPr>
      </p:pic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59300" y="9228179"/>
            <a:ext cx="309245" cy="346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000" spc="-90">
                <a:solidFill>
                  <a:srgbClr val="0C3470"/>
                </a:solidFill>
                <a:latin typeface="Verdana"/>
                <a:cs typeface="Verdana"/>
              </a:rPr>
              <a:t>10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024470" y="0"/>
            <a:ext cx="6263640" cy="3479800"/>
            <a:chOff x="12024470" y="0"/>
            <a:chExt cx="6263640" cy="3479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4470" y="0"/>
              <a:ext cx="6263529" cy="34797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6399" y="0"/>
              <a:ext cx="4261600" cy="2497113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6754303"/>
            <a:ext cx="6342380" cy="3533140"/>
            <a:chOff x="0" y="6754303"/>
            <a:chExt cx="6342380" cy="353314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754303"/>
              <a:ext cx="6342369" cy="353269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683237"/>
              <a:ext cx="4355116" cy="260376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8376246"/>
              <a:ext cx="2940685" cy="1911350"/>
            </a:xfrm>
            <a:custGeom>
              <a:avLst/>
              <a:gdLst/>
              <a:ahLst/>
              <a:cxnLst/>
              <a:rect l="l" t="t" r="r" b="b"/>
              <a:pathLst>
                <a:path w="2940685" h="1911350">
                  <a:moveTo>
                    <a:pt x="699884" y="114084"/>
                  </a:moveTo>
                  <a:lnTo>
                    <a:pt x="694372" y="108331"/>
                  </a:lnTo>
                  <a:lnTo>
                    <a:pt x="694232" y="108292"/>
                  </a:lnTo>
                  <a:lnTo>
                    <a:pt x="693978" y="108267"/>
                  </a:lnTo>
                  <a:lnTo>
                    <a:pt x="0" y="0"/>
                  </a:lnTo>
                  <a:lnTo>
                    <a:pt x="0" y="13868"/>
                  </a:lnTo>
                  <a:lnTo>
                    <a:pt x="671080" y="118554"/>
                  </a:lnTo>
                  <a:lnTo>
                    <a:pt x="0" y="462178"/>
                  </a:lnTo>
                  <a:lnTo>
                    <a:pt x="0" y="477481"/>
                  </a:lnTo>
                  <a:lnTo>
                    <a:pt x="654481" y="142443"/>
                  </a:lnTo>
                  <a:lnTo>
                    <a:pt x="680186" y="129286"/>
                  </a:lnTo>
                  <a:lnTo>
                    <a:pt x="678484" y="133743"/>
                  </a:lnTo>
                  <a:lnTo>
                    <a:pt x="678484" y="172034"/>
                  </a:lnTo>
                  <a:lnTo>
                    <a:pt x="605815" y="718350"/>
                  </a:lnTo>
                  <a:lnTo>
                    <a:pt x="468972" y="719340"/>
                  </a:lnTo>
                  <a:lnTo>
                    <a:pt x="678484" y="172034"/>
                  </a:lnTo>
                  <a:lnTo>
                    <a:pt x="678484" y="133743"/>
                  </a:lnTo>
                  <a:lnTo>
                    <a:pt x="645871" y="218922"/>
                  </a:lnTo>
                  <a:lnTo>
                    <a:pt x="455142" y="717143"/>
                  </a:lnTo>
                  <a:lnTo>
                    <a:pt x="0" y="522820"/>
                  </a:lnTo>
                  <a:lnTo>
                    <a:pt x="0" y="537718"/>
                  </a:lnTo>
                  <a:lnTo>
                    <a:pt x="416687" y="715619"/>
                  </a:lnTo>
                  <a:lnTo>
                    <a:pt x="0" y="678675"/>
                  </a:lnTo>
                  <a:lnTo>
                    <a:pt x="0" y="692404"/>
                  </a:lnTo>
                  <a:lnTo>
                    <a:pt x="407720" y="728535"/>
                  </a:lnTo>
                  <a:lnTo>
                    <a:pt x="433006" y="730770"/>
                  </a:lnTo>
                  <a:lnTo>
                    <a:pt x="0" y="931976"/>
                  </a:lnTo>
                  <a:lnTo>
                    <a:pt x="0" y="947077"/>
                  </a:lnTo>
                  <a:lnTo>
                    <a:pt x="417499" y="753071"/>
                  </a:lnTo>
                  <a:lnTo>
                    <a:pt x="436194" y="744385"/>
                  </a:lnTo>
                  <a:lnTo>
                    <a:pt x="457542" y="734466"/>
                  </a:lnTo>
                  <a:lnTo>
                    <a:pt x="467423" y="744397"/>
                  </a:lnTo>
                  <a:lnTo>
                    <a:pt x="658241" y="935926"/>
                  </a:lnTo>
                  <a:lnTo>
                    <a:pt x="664667" y="942365"/>
                  </a:lnTo>
                  <a:lnTo>
                    <a:pt x="0" y="952055"/>
                  </a:lnTo>
                  <a:lnTo>
                    <a:pt x="0" y="965733"/>
                  </a:lnTo>
                  <a:lnTo>
                    <a:pt x="655040" y="956195"/>
                  </a:lnTo>
                  <a:lnTo>
                    <a:pt x="665708" y="956043"/>
                  </a:lnTo>
                  <a:lnTo>
                    <a:pt x="272516" y="1408366"/>
                  </a:lnTo>
                  <a:lnTo>
                    <a:pt x="0" y="1010272"/>
                  </a:lnTo>
                  <a:lnTo>
                    <a:pt x="0" y="1034516"/>
                  </a:lnTo>
                  <a:lnTo>
                    <a:pt x="253809" y="1405267"/>
                  </a:lnTo>
                  <a:lnTo>
                    <a:pt x="0" y="1307655"/>
                  </a:lnTo>
                  <a:lnTo>
                    <a:pt x="0" y="1322324"/>
                  </a:lnTo>
                  <a:lnTo>
                    <a:pt x="245757" y="1416850"/>
                  </a:lnTo>
                  <a:lnTo>
                    <a:pt x="246583" y="1417167"/>
                  </a:lnTo>
                  <a:lnTo>
                    <a:pt x="0" y="1461604"/>
                  </a:lnTo>
                  <a:lnTo>
                    <a:pt x="0" y="1475524"/>
                  </a:lnTo>
                  <a:lnTo>
                    <a:pt x="235534" y="1433068"/>
                  </a:lnTo>
                  <a:lnTo>
                    <a:pt x="273304" y="1426248"/>
                  </a:lnTo>
                  <a:lnTo>
                    <a:pt x="274904" y="1425892"/>
                  </a:lnTo>
                  <a:lnTo>
                    <a:pt x="276174" y="1425105"/>
                  </a:lnTo>
                  <a:lnTo>
                    <a:pt x="277088" y="1424025"/>
                  </a:lnTo>
                  <a:lnTo>
                    <a:pt x="593064" y="1060513"/>
                  </a:lnTo>
                  <a:lnTo>
                    <a:pt x="686041" y="953541"/>
                  </a:lnTo>
                  <a:lnTo>
                    <a:pt x="687870" y="948753"/>
                  </a:lnTo>
                  <a:lnTo>
                    <a:pt x="687539" y="947178"/>
                  </a:lnTo>
                  <a:lnTo>
                    <a:pt x="666191" y="878052"/>
                  </a:lnTo>
                  <a:lnTo>
                    <a:pt x="666191" y="924496"/>
                  </a:lnTo>
                  <a:lnTo>
                    <a:pt x="475373" y="732967"/>
                  </a:lnTo>
                  <a:lnTo>
                    <a:pt x="596252" y="732116"/>
                  </a:lnTo>
                  <a:lnTo>
                    <a:pt x="606767" y="732040"/>
                  </a:lnTo>
                  <a:lnTo>
                    <a:pt x="666191" y="924496"/>
                  </a:lnTo>
                  <a:lnTo>
                    <a:pt x="666191" y="878052"/>
                  </a:lnTo>
                  <a:lnTo>
                    <a:pt x="618807" y="724585"/>
                  </a:lnTo>
                  <a:lnTo>
                    <a:pt x="699757" y="116001"/>
                  </a:lnTo>
                  <a:lnTo>
                    <a:pt x="699884" y="114084"/>
                  </a:lnTo>
                  <a:close/>
                </a:path>
                <a:path w="2940685" h="1911350">
                  <a:moveTo>
                    <a:pt x="2940672" y="1910753"/>
                  </a:moveTo>
                  <a:lnTo>
                    <a:pt x="2821165" y="1438757"/>
                  </a:lnTo>
                  <a:lnTo>
                    <a:pt x="2814955" y="1433652"/>
                  </a:lnTo>
                  <a:lnTo>
                    <a:pt x="2813545" y="1433855"/>
                  </a:lnTo>
                  <a:lnTo>
                    <a:pt x="1854784" y="1634134"/>
                  </a:lnTo>
                  <a:lnTo>
                    <a:pt x="1773224" y="1775587"/>
                  </a:lnTo>
                  <a:lnTo>
                    <a:pt x="1696466" y="1910753"/>
                  </a:lnTo>
                  <a:lnTo>
                    <a:pt x="1712137" y="1910753"/>
                  </a:lnTo>
                  <a:lnTo>
                    <a:pt x="1858746" y="1652600"/>
                  </a:lnTo>
                  <a:lnTo>
                    <a:pt x="1861947" y="1656588"/>
                  </a:lnTo>
                  <a:lnTo>
                    <a:pt x="2065832" y="1910753"/>
                  </a:lnTo>
                  <a:lnTo>
                    <a:pt x="2083384" y="1910753"/>
                  </a:lnTo>
                  <a:lnTo>
                    <a:pt x="1870100" y="1644865"/>
                  </a:lnTo>
                  <a:lnTo>
                    <a:pt x="2798191" y="1450987"/>
                  </a:lnTo>
                  <a:lnTo>
                    <a:pt x="2453563" y="1910753"/>
                  </a:lnTo>
                  <a:lnTo>
                    <a:pt x="2470594" y="1910753"/>
                  </a:lnTo>
                  <a:lnTo>
                    <a:pt x="2579268" y="1765808"/>
                  </a:lnTo>
                  <a:lnTo>
                    <a:pt x="2808655" y="1459839"/>
                  </a:lnTo>
                  <a:lnTo>
                    <a:pt x="2812059" y="1527530"/>
                  </a:lnTo>
                  <a:lnTo>
                    <a:pt x="2831300" y="1910753"/>
                  </a:lnTo>
                  <a:lnTo>
                    <a:pt x="2845003" y="1910753"/>
                  </a:lnTo>
                  <a:lnTo>
                    <a:pt x="2824848" y="1509128"/>
                  </a:lnTo>
                  <a:lnTo>
                    <a:pt x="2926537" y="1910753"/>
                  </a:lnTo>
                  <a:lnTo>
                    <a:pt x="2940672" y="1910753"/>
                  </a:lnTo>
                  <a:close/>
                </a:path>
              </a:pathLst>
            </a:custGeom>
            <a:solidFill>
              <a:srgbClr val="E8F1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0" y="9313749"/>
            <a:ext cx="1527810" cy="973455"/>
          </a:xfrm>
          <a:custGeom>
            <a:avLst/>
            <a:gdLst/>
            <a:ahLst/>
            <a:cxnLst/>
            <a:rect l="l" t="t" r="r" b="b"/>
            <a:pathLst>
              <a:path w="1527810" h="973454">
                <a:moveTo>
                  <a:pt x="0" y="964195"/>
                </a:moveTo>
                <a:lnTo>
                  <a:pt x="671716" y="3131"/>
                </a:lnTo>
                <a:lnTo>
                  <a:pt x="672496" y="2010"/>
                </a:lnTo>
                <a:lnTo>
                  <a:pt x="673022" y="1588"/>
                </a:lnTo>
                <a:lnTo>
                  <a:pt x="674160" y="911"/>
                </a:lnTo>
                <a:lnTo>
                  <a:pt x="674413" y="787"/>
                </a:lnTo>
                <a:lnTo>
                  <a:pt x="675949" y="137"/>
                </a:lnTo>
                <a:lnTo>
                  <a:pt x="677262" y="0"/>
                </a:lnTo>
                <a:lnTo>
                  <a:pt x="678852" y="255"/>
                </a:lnTo>
                <a:lnTo>
                  <a:pt x="679193" y="342"/>
                </a:lnTo>
                <a:lnTo>
                  <a:pt x="679597" y="505"/>
                </a:lnTo>
                <a:lnTo>
                  <a:pt x="680204" y="711"/>
                </a:lnTo>
                <a:lnTo>
                  <a:pt x="682207" y="2004"/>
                </a:lnTo>
                <a:lnTo>
                  <a:pt x="682973" y="2870"/>
                </a:lnTo>
                <a:lnTo>
                  <a:pt x="683569" y="4051"/>
                </a:lnTo>
                <a:lnTo>
                  <a:pt x="936794" y="534873"/>
                </a:lnTo>
                <a:lnTo>
                  <a:pt x="1413589" y="797695"/>
                </a:lnTo>
                <a:lnTo>
                  <a:pt x="1414878" y="798575"/>
                </a:lnTo>
                <a:lnTo>
                  <a:pt x="1415644" y="799441"/>
                </a:lnTo>
                <a:lnTo>
                  <a:pt x="1415851" y="799718"/>
                </a:lnTo>
                <a:lnTo>
                  <a:pt x="1527596" y="973250"/>
                </a:lnTo>
                <a:lnTo>
                  <a:pt x="1511387" y="973250"/>
                </a:lnTo>
                <a:lnTo>
                  <a:pt x="1413245" y="820854"/>
                </a:lnTo>
                <a:lnTo>
                  <a:pt x="1391889" y="851565"/>
                </a:lnTo>
                <a:lnTo>
                  <a:pt x="1401431" y="811388"/>
                </a:lnTo>
                <a:lnTo>
                  <a:pt x="1377395" y="813745"/>
                </a:lnTo>
                <a:lnTo>
                  <a:pt x="1387663" y="798979"/>
                </a:lnTo>
                <a:lnTo>
                  <a:pt x="932655" y="548189"/>
                </a:lnTo>
                <a:lnTo>
                  <a:pt x="884878" y="593464"/>
                </a:lnTo>
                <a:lnTo>
                  <a:pt x="923282" y="538236"/>
                </a:lnTo>
                <a:lnTo>
                  <a:pt x="681244" y="30970"/>
                </a:lnTo>
                <a:lnTo>
                  <a:pt x="664352" y="55263"/>
                </a:lnTo>
                <a:lnTo>
                  <a:pt x="667096" y="33641"/>
                </a:lnTo>
                <a:lnTo>
                  <a:pt x="10380" y="973250"/>
                </a:lnTo>
                <a:lnTo>
                  <a:pt x="0" y="973250"/>
                </a:lnTo>
                <a:lnTo>
                  <a:pt x="0" y="964195"/>
                </a:lnTo>
                <a:close/>
              </a:path>
              <a:path w="1527810" h="973454">
                <a:moveTo>
                  <a:pt x="1391889" y="851565"/>
                </a:moveTo>
                <a:lnTo>
                  <a:pt x="1413245" y="820854"/>
                </a:lnTo>
                <a:lnTo>
                  <a:pt x="1377052" y="973250"/>
                </a:lnTo>
                <a:lnTo>
                  <a:pt x="1362990" y="973250"/>
                </a:lnTo>
                <a:lnTo>
                  <a:pt x="1391889" y="851565"/>
                </a:lnTo>
                <a:close/>
              </a:path>
              <a:path w="1527810" h="973454">
                <a:moveTo>
                  <a:pt x="562795" y="909551"/>
                </a:moveTo>
                <a:lnTo>
                  <a:pt x="584953" y="877685"/>
                </a:lnTo>
                <a:lnTo>
                  <a:pt x="1387663" y="798979"/>
                </a:lnTo>
                <a:lnTo>
                  <a:pt x="1377395" y="813745"/>
                </a:lnTo>
                <a:lnTo>
                  <a:pt x="583545" y="891582"/>
                </a:lnTo>
                <a:lnTo>
                  <a:pt x="575712" y="902846"/>
                </a:lnTo>
                <a:lnTo>
                  <a:pt x="575507" y="902687"/>
                </a:lnTo>
                <a:lnTo>
                  <a:pt x="564370" y="918702"/>
                </a:lnTo>
                <a:lnTo>
                  <a:pt x="562795" y="909551"/>
                </a:lnTo>
                <a:close/>
              </a:path>
              <a:path w="1527810" h="973454">
                <a:moveTo>
                  <a:pt x="575712" y="902846"/>
                </a:moveTo>
                <a:lnTo>
                  <a:pt x="583545" y="891582"/>
                </a:lnTo>
                <a:lnTo>
                  <a:pt x="688712" y="973250"/>
                </a:lnTo>
                <a:lnTo>
                  <a:pt x="666377" y="973250"/>
                </a:lnTo>
                <a:lnTo>
                  <a:pt x="575712" y="902846"/>
                </a:lnTo>
                <a:close/>
              </a:path>
              <a:path w="1527810" h="973454">
                <a:moveTo>
                  <a:pt x="664352" y="55263"/>
                </a:moveTo>
                <a:lnTo>
                  <a:pt x="681244" y="30970"/>
                </a:lnTo>
                <a:lnTo>
                  <a:pt x="574974" y="868293"/>
                </a:lnTo>
                <a:lnTo>
                  <a:pt x="923282" y="538236"/>
                </a:lnTo>
                <a:lnTo>
                  <a:pt x="884878" y="593464"/>
                </a:lnTo>
                <a:lnTo>
                  <a:pt x="584953" y="877685"/>
                </a:lnTo>
                <a:lnTo>
                  <a:pt x="562795" y="909551"/>
                </a:lnTo>
                <a:lnTo>
                  <a:pt x="560173" y="894326"/>
                </a:lnTo>
                <a:lnTo>
                  <a:pt x="548668" y="896265"/>
                </a:lnTo>
                <a:lnTo>
                  <a:pt x="559612" y="880527"/>
                </a:lnTo>
                <a:lnTo>
                  <a:pt x="664352" y="55263"/>
                </a:lnTo>
                <a:close/>
              </a:path>
              <a:path w="1527810" h="973454">
                <a:moveTo>
                  <a:pt x="564370" y="918702"/>
                </a:moveTo>
                <a:lnTo>
                  <a:pt x="575507" y="902687"/>
                </a:lnTo>
                <a:lnTo>
                  <a:pt x="587657" y="973250"/>
                </a:lnTo>
                <a:lnTo>
                  <a:pt x="573762" y="973250"/>
                </a:lnTo>
                <a:lnTo>
                  <a:pt x="564370" y="918702"/>
                </a:lnTo>
                <a:close/>
              </a:path>
              <a:path w="1527810" h="973454">
                <a:moveTo>
                  <a:pt x="10380" y="973250"/>
                </a:moveTo>
                <a:lnTo>
                  <a:pt x="10488" y="973094"/>
                </a:lnTo>
                <a:lnTo>
                  <a:pt x="559612" y="880527"/>
                </a:lnTo>
                <a:lnTo>
                  <a:pt x="548668" y="896265"/>
                </a:lnTo>
                <a:lnTo>
                  <a:pt x="91988" y="973250"/>
                </a:lnTo>
                <a:lnTo>
                  <a:pt x="10380" y="97325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540328" y="11"/>
            <a:ext cx="1748155" cy="2550795"/>
          </a:xfrm>
          <a:custGeom>
            <a:avLst/>
            <a:gdLst/>
            <a:ahLst/>
            <a:cxnLst/>
            <a:rect l="l" t="t" r="r" b="b"/>
            <a:pathLst>
              <a:path w="1748155" h="2550795">
                <a:moveTo>
                  <a:pt x="1309014" y="0"/>
                </a:moveTo>
                <a:lnTo>
                  <a:pt x="1290840" y="0"/>
                </a:lnTo>
                <a:lnTo>
                  <a:pt x="1131417" y="183400"/>
                </a:lnTo>
                <a:lnTo>
                  <a:pt x="1005865" y="0"/>
                </a:lnTo>
                <a:lnTo>
                  <a:pt x="989266" y="0"/>
                </a:lnTo>
                <a:lnTo>
                  <a:pt x="1112697" y="180301"/>
                </a:lnTo>
                <a:lnTo>
                  <a:pt x="1105484" y="177533"/>
                </a:lnTo>
                <a:lnTo>
                  <a:pt x="1105484" y="192201"/>
                </a:lnTo>
                <a:lnTo>
                  <a:pt x="38633" y="384467"/>
                </a:lnTo>
                <a:lnTo>
                  <a:pt x="569556" y="34188"/>
                </a:lnTo>
                <a:lnTo>
                  <a:pt x="615632" y="3797"/>
                </a:lnTo>
                <a:lnTo>
                  <a:pt x="1104658" y="191884"/>
                </a:lnTo>
                <a:lnTo>
                  <a:pt x="1105484" y="192201"/>
                </a:lnTo>
                <a:lnTo>
                  <a:pt x="1105484" y="177533"/>
                </a:lnTo>
                <a:lnTo>
                  <a:pt x="643864" y="0"/>
                </a:lnTo>
                <a:lnTo>
                  <a:pt x="590638" y="0"/>
                </a:lnTo>
                <a:lnTo>
                  <a:pt x="590638" y="3886"/>
                </a:lnTo>
                <a:lnTo>
                  <a:pt x="18656" y="381241"/>
                </a:lnTo>
                <a:lnTo>
                  <a:pt x="121183" y="21132"/>
                </a:lnTo>
                <a:lnTo>
                  <a:pt x="590638" y="3886"/>
                </a:lnTo>
                <a:lnTo>
                  <a:pt x="590638" y="0"/>
                </a:lnTo>
                <a:lnTo>
                  <a:pt x="323621" y="0"/>
                </a:lnTo>
                <a:lnTo>
                  <a:pt x="119519" y="7493"/>
                </a:lnTo>
                <a:lnTo>
                  <a:pt x="114477" y="0"/>
                </a:lnTo>
                <a:lnTo>
                  <a:pt x="98005" y="0"/>
                </a:lnTo>
                <a:lnTo>
                  <a:pt x="108508" y="15621"/>
                </a:lnTo>
                <a:lnTo>
                  <a:pt x="97066" y="55829"/>
                </a:lnTo>
                <a:lnTo>
                  <a:pt x="444" y="395185"/>
                </a:lnTo>
                <a:lnTo>
                  <a:pt x="0" y="397002"/>
                </a:lnTo>
                <a:lnTo>
                  <a:pt x="177" y="398614"/>
                </a:lnTo>
                <a:lnTo>
                  <a:pt x="6870" y="404012"/>
                </a:lnTo>
                <a:lnTo>
                  <a:pt x="7645" y="403987"/>
                </a:lnTo>
                <a:lnTo>
                  <a:pt x="1094422" y="208102"/>
                </a:lnTo>
                <a:lnTo>
                  <a:pt x="1132205" y="201282"/>
                </a:lnTo>
                <a:lnTo>
                  <a:pt x="1135989" y="199047"/>
                </a:lnTo>
                <a:lnTo>
                  <a:pt x="1309014" y="0"/>
                </a:lnTo>
                <a:close/>
              </a:path>
              <a:path w="1748155" h="2550795">
                <a:moveTo>
                  <a:pt x="1747659" y="283476"/>
                </a:moveTo>
                <a:lnTo>
                  <a:pt x="1433868" y="580834"/>
                </a:lnTo>
                <a:lnTo>
                  <a:pt x="1507578" y="0"/>
                </a:lnTo>
                <a:lnTo>
                  <a:pt x="1493774" y="0"/>
                </a:lnTo>
                <a:lnTo>
                  <a:pt x="1418501" y="593064"/>
                </a:lnTo>
                <a:lnTo>
                  <a:pt x="869480" y="685622"/>
                </a:lnTo>
                <a:lnTo>
                  <a:pt x="1348587" y="0"/>
                </a:lnTo>
                <a:lnTo>
                  <a:pt x="1331887" y="0"/>
                </a:lnTo>
                <a:lnTo>
                  <a:pt x="898055" y="620699"/>
                </a:lnTo>
                <a:lnTo>
                  <a:pt x="847966" y="692746"/>
                </a:lnTo>
                <a:lnTo>
                  <a:pt x="847572" y="694156"/>
                </a:lnTo>
                <a:lnTo>
                  <a:pt x="847521" y="695032"/>
                </a:lnTo>
                <a:lnTo>
                  <a:pt x="849807" y="713778"/>
                </a:lnTo>
                <a:lnTo>
                  <a:pt x="851103" y="724306"/>
                </a:lnTo>
                <a:lnTo>
                  <a:pt x="949706" y="1530477"/>
                </a:lnTo>
                <a:lnTo>
                  <a:pt x="977938" y="1557807"/>
                </a:lnTo>
                <a:lnTo>
                  <a:pt x="1201521" y="1758911"/>
                </a:lnTo>
                <a:lnTo>
                  <a:pt x="1207135" y="1768208"/>
                </a:lnTo>
                <a:lnTo>
                  <a:pt x="1635836" y="2478722"/>
                </a:lnTo>
                <a:lnTo>
                  <a:pt x="1670939" y="2536901"/>
                </a:lnTo>
                <a:lnTo>
                  <a:pt x="1677504" y="2547747"/>
                </a:lnTo>
                <a:lnTo>
                  <a:pt x="1678470" y="2549004"/>
                </a:lnTo>
                <a:lnTo>
                  <a:pt x="1679524" y="2549766"/>
                </a:lnTo>
                <a:lnTo>
                  <a:pt x="1680679" y="2550210"/>
                </a:lnTo>
                <a:lnTo>
                  <a:pt x="1681124" y="2550439"/>
                </a:lnTo>
                <a:lnTo>
                  <a:pt x="1681607" y="2550553"/>
                </a:lnTo>
                <a:lnTo>
                  <a:pt x="1683258" y="2550782"/>
                </a:lnTo>
                <a:lnTo>
                  <a:pt x="1684413" y="2550668"/>
                </a:lnTo>
                <a:lnTo>
                  <a:pt x="1685772" y="2550147"/>
                </a:lnTo>
                <a:lnTo>
                  <a:pt x="1747659" y="2518486"/>
                </a:lnTo>
                <a:lnTo>
                  <a:pt x="1747659" y="2503119"/>
                </a:lnTo>
                <a:lnTo>
                  <a:pt x="1693329" y="2530919"/>
                </a:lnTo>
                <a:lnTo>
                  <a:pt x="1747659" y="2311362"/>
                </a:lnTo>
                <a:lnTo>
                  <a:pt x="1747659" y="2254504"/>
                </a:lnTo>
                <a:lnTo>
                  <a:pt x="1681505" y="2521712"/>
                </a:lnTo>
                <a:lnTo>
                  <a:pt x="1644370" y="2429941"/>
                </a:lnTo>
                <a:lnTo>
                  <a:pt x="1644370" y="2466454"/>
                </a:lnTo>
                <a:lnTo>
                  <a:pt x="1215656" y="1755927"/>
                </a:lnTo>
                <a:lnTo>
                  <a:pt x="1277683" y="1702066"/>
                </a:lnTo>
                <a:lnTo>
                  <a:pt x="1280210" y="1699869"/>
                </a:lnTo>
                <a:lnTo>
                  <a:pt x="1320126" y="1665198"/>
                </a:lnTo>
                <a:lnTo>
                  <a:pt x="1323289" y="1672996"/>
                </a:lnTo>
                <a:lnTo>
                  <a:pt x="1644370" y="2466454"/>
                </a:lnTo>
                <a:lnTo>
                  <a:pt x="1644370" y="2429941"/>
                </a:lnTo>
                <a:lnTo>
                  <a:pt x="1332636" y="1659559"/>
                </a:lnTo>
                <a:lnTo>
                  <a:pt x="1341069" y="1658556"/>
                </a:lnTo>
                <a:lnTo>
                  <a:pt x="1747659" y="1610448"/>
                </a:lnTo>
                <a:lnTo>
                  <a:pt x="1747659" y="1596656"/>
                </a:lnTo>
                <a:lnTo>
                  <a:pt x="1351508" y="1643532"/>
                </a:lnTo>
                <a:lnTo>
                  <a:pt x="1747659" y="1388414"/>
                </a:lnTo>
                <a:lnTo>
                  <a:pt x="1747659" y="1372146"/>
                </a:lnTo>
                <a:lnTo>
                  <a:pt x="1334630" y="1638198"/>
                </a:lnTo>
                <a:lnTo>
                  <a:pt x="1504340" y="1060297"/>
                </a:lnTo>
                <a:lnTo>
                  <a:pt x="1509331" y="1066698"/>
                </a:lnTo>
                <a:lnTo>
                  <a:pt x="1747659" y="1372146"/>
                </a:lnTo>
                <a:lnTo>
                  <a:pt x="1747659" y="1349844"/>
                </a:lnTo>
                <a:lnTo>
                  <a:pt x="1517523" y="1054925"/>
                </a:lnTo>
                <a:lnTo>
                  <a:pt x="1747659" y="1089926"/>
                </a:lnTo>
                <a:lnTo>
                  <a:pt x="1747659" y="1076083"/>
                </a:lnTo>
                <a:lnTo>
                  <a:pt x="1507464" y="1039545"/>
                </a:lnTo>
                <a:lnTo>
                  <a:pt x="1492402" y="952080"/>
                </a:lnTo>
                <a:lnTo>
                  <a:pt x="1492402" y="1032827"/>
                </a:lnTo>
                <a:lnTo>
                  <a:pt x="1489684" y="1031367"/>
                </a:lnTo>
                <a:lnTo>
                  <a:pt x="1489684" y="1046937"/>
                </a:lnTo>
                <a:lnTo>
                  <a:pt x="1488249" y="1048219"/>
                </a:lnTo>
                <a:lnTo>
                  <a:pt x="1488249" y="1066507"/>
                </a:lnTo>
                <a:lnTo>
                  <a:pt x="1479651" y="1095819"/>
                </a:lnTo>
                <a:lnTo>
                  <a:pt x="1318348" y="1645018"/>
                </a:lnTo>
                <a:lnTo>
                  <a:pt x="1309408" y="1641983"/>
                </a:lnTo>
                <a:lnTo>
                  <a:pt x="1309408" y="1656448"/>
                </a:lnTo>
                <a:lnTo>
                  <a:pt x="1206906" y="1745386"/>
                </a:lnTo>
                <a:lnTo>
                  <a:pt x="985799" y="1546504"/>
                </a:lnTo>
                <a:lnTo>
                  <a:pt x="1309408" y="1656448"/>
                </a:lnTo>
                <a:lnTo>
                  <a:pt x="1309408" y="1641983"/>
                </a:lnTo>
                <a:lnTo>
                  <a:pt x="969784" y="1526603"/>
                </a:lnTo>
                <a:lnTo>
                  <a:pt x="1456461" y="1094714"/>
                </a:lnTo>
                <a:lnTo>
                  <a:pt x="1488249" y="1066507"/>
                </a:lnTo>
                <a:lnTo>
                  <a:pt x="1488249" y="1048219"/>
                </a:lnTo>
                <a:lnTo>
                  <a:pt x="961644" y="1515516"/>
                </a:lnTo>
                <a:lnTo>
                  <a:pt x="862812" y="707453"/>
                </a:lnTo>
                <a:lnTo>
                  <a:pt x="867283" y="709879"/>
                </a:lnTo>
                <a:lnTo>
                  <a:pt x="1484541" y="1044143"/>
                </a:lnTo>
                <a:lnTo>
                  <a:pt x="1489684" y="1046937"/>
                </a:lnTo>
                <a:lnTo>
                  <a:pt x="1489684" y="1031367"/>
                </a:lnTo>
                <a:lnTo>
                  <a:pt x="875157" y="698563"/>
                </a:lnTo>
                <a:lnTo>
                  <a:pt x="1407553" y="608812"/>
                </a:lnTo>
                <a:lnTo>
                  <a:pt x="1419059" y="606869"/>
                </a:lnTo>
                <a:lnTo>
                  <a:pt x="1421688" y="622096"/>
                </a:lnTo>
                <a:lnTo>
                  <a:pt x="1423263" y="631240"/>
                </a:lnTo>
                <a:lnTo>
                  <a:pt x="1492402" y="1032827"/>
                </a:lnTo>
                <a:lnTo>
                  <a:pt x="1492402" y="952080"/>
                </a:lnTo>
                <a:lnTo>
                  <a:pt x="1434401" y="615226"/>
                </a:lnTo>
                <a:lnTo>
                  <a:pt x="1434604" y="615391"/>
                </a:lnTo>
                <a:lnTo>
                  <a:pt x="1747659" y="858494"/>
                </a:lnTo>
                <a:lnTo>
                  <a:pt x="1747659" y="841146"/>
                </a:lnTo>
                <a:lnTo>
                  <a:pt x="1442440" y="604126"/>
                </a:lnTo>
                <a:lnTo>
                  <a:pt x="1747659" y="574192"/>
                </a:lnTo>
                <a:lnTo>
                  <a:pt x="1747659" y="560438"/>
                </a:lnTo>
                <a:lnTo>
                  <a:pt x="1443850" y="590232"/>
                </a:lnTo>
                <a:lnTo>
                  <a:pt x="1747659" y="302310"/>
                </a:lnTo>
                <a:lnTo>
                  <a:pt x="1747659" y="283476"/>
                </a:lnTo>
                <a:close/>
              </a:path>
              <a:path w="1748155" h="2550795">
                <a:moveTo>
                  <a:pt x="1747659" y="146748"/>
                </a:moveTo>
                <a:lnTo>
                  <a:pt x="1677657" y="0"/>
                </a:lnTo>
                <a:lnTo>
                  <a:pt x="1662518" y="0"/>
                </a:lnTo>
                <a:lnTo>
                  <a:pt x="1747659" y="178460"/>
                </a:lnTo>
                <a:lnTo>
                  <a:pt x="1747659" y="146748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-12188" y="-1150"/>
            <a:ext cx="5483860" cy="2003425"/>
            <a:chOff x="-12188" y="-1150"/>
            <a:chExt cx="5483860" cy="200342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2188" y="-1150"/>
              <a:ext cx="3845918" cy="200280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581" y="403336"/>
              <a:ext cx="5133974" cy="1552574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15192585" y="8165293"/>
            <a:ext cx="3108325" cy="2123440"/>
            <a:chOff x="15192585" y="8165293"/>
            <a:chExt cx="3108325" cy="212344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92585" y="8270491"/>
              <a:ext cx="3107843" cy="201776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22360" y="8165293"/>
              <a:ext cx="1666874" cy="166687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5617" rIns="0" bIns="0" rtlCol="0" vert="horz">
            <a:spAutoFit/>
          </a:bodyPr>
          <a:lstStyle/>
          <a:p>
            <a:pPr marL="256984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CONCLUSION</a:t>
            </a:r>
          </a:p>
        </p:txBody>
      </p: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46448" y="3893049"/>
            <a:ext cx="95250" cy="9524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46448" y="4769349"/>
            <a:ext cx="95250" cy="9524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46448" y="5645649"/>
            <a:ext cx="95250" cy="95249"/>
          </a:xfrm>
          <a:prstGeom prst="rect">
            <a:avLst/>
          </a:prstGeom>
        </p:spPr>
      </p:pic>
      <p:sp>
        <p:nvSpPr>
          <p:cNvPr id="22" name="object 2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172720">
              <a:lnSpc>
                <a:spcPct val="114999"/>
              </a:lnSpc>
              <a:spcBef>
                <a:spcPts val="95"/>
              </a:spcBef>
            </a:pPr>
            <a:r>
              <a:rPr dirty="0" spc="95"/>
              <a:t>The</a:t>
            </a:r>
            <a:r>
              <a:rPr dirty="0" spc="-65"/>
              <a:t> </a:t>
            </a:r>
            <a:r>
              <a:rPr dirty="0" spc="55"/>
              <a:t>Smart</a:t>
            </a:r>
            <a:r>
              <a:rPr dirty="0" spc="-60"/>
              <a:t> </a:t>
            </a:r>
            <a:r>
              <a:rPr dirty="0" spc="70"/>
              <a:t>Hospital</a:t>
            </a:r>
            <a:r>
              <a:rPr dirty="0" spc="-65"/>
              <a:t> </a:t>
            </a:r>
            <a:r>
              <a:rPr dirty="0" spc="85"/>
              <a:t>Management</a:t>
            </a:r>
            <a:r>
              <a:rPr dirty="0" spc="-60"/>
              <a:t> </a:t>
            </a:r>
            <a:r>
              <a:rPr dirty="0" spc="100"/>
              <a:t>System</a:t>
            </a:r>
            <a:r>
              <a:rPr dirty="0" spc="-60"/>
              <a:t> </a:t>
            </a:r>
            <a:r>
              <a:rPr dirty="0" spc="90"/>
              <a:t>provides</a:t>
            </a:r>
            <a:r>
              <a:rPr dirty="0" spc="-65"/>
              <a:t> </a:t>
            </a:r>
            <a:r>
              <a:rPr dirty="0" spc="65"/>
              <a:t>a</a:t>
            </a:r>
            <a:r>
              <a:rPr dirty="0" spc="-60"/>
              <a:t> </a:t>
            </a:r>
            <a:r>
              <a:rPr dirty="0" spc="75"/>
              <a:t>practical</a:t>
            </a:r>
            <a:r>
              <a:rPr dirty="0" spc="-60"/>
              <a:t> </a:t>
            </a:r>
            <a:r>
              <a:rPr dirty="0" spc="65"/>
              <a:t>and</a:t>
            </a:r>
            <a:r>
              <a:rPr dirty="0" spc="-65"/>
              <a:t> </a:t>
            </a:r>
            <a:r>
              <a:rPr dirty="0" spc="95"/>
              <a:t>scalable</a:t>
            </a:r>
            <a:r>
              <a:rPr dirty="0" spc="-60"/>
              <a:t> </a:t>
            </a:r>
            <a:r>
              <a:rPr dirty="0"/>
              <a:t>digital</a:t>
            </a:r>
            <a:r>
              <a:rPr dirty="0" spc="-60"/>
              <a:t> </a:t>
            </a:r>
            <a:r>
              <a:rPr dirty="0" spc="55"/>
              <a:t>solution</a:t>
            </a:r>
            <a:r>
              <a:rPr dirty="0" spc="-65"/>
              <a:t> </a:t>
            </a:r>
            <a:r>
              <a:rPr dirty="0" spc="40"/>
              <a:t>for </a:t>
            </a:r>
            <a:r>
              <a:rPr dirty="0" spc="65"/>
              <a:t>healthcare</a:t>
            </a:r>
            <a:r>
              <a:rPr dirty="0" spc="-75"/>
              <a:t> </a:t>
            </a:r>
            <a:r>
              <a:rPr dirty="0" spc="35"/>
              <a:t>management.</a:t>
            </a:r>
          </a:p>
          <a:p>
            <a:pPr marL="12700" marR="5080" indent="86995">
              <a:lnSpc>
                <a:spcPct val="114999"/>
              </a:lnSpc>
            </a:pPr>
            <a:r>
              <a:rPr dirty="0" spc="-170"/>
              <a:t>It</a:t>
            </a:r>
            <a:r>
              <a:rPr dirty="0" spc="-60"/>
              <a:t> </a:t>
            </a:r>
            <a:r>
              <a:rPr dirty="0" spc="105"/>
              <a:t>enhances</a:t>
            </a:r>
            <a:r>
              <a:rPr dirty="0" spc="-60"/>
              <a:t> </a:t>
            </a:r>
            <a:r>
              <a:rPr dirty="0" spc="85"/>
              <a:t>efficiency,</a:t>
            </a:r>
            <a:r>
              <a:rPr dirty="0" spc="-55"/>
              <a:t> </a:t>
            </a:r>
            <a:r>
              <a:rPr dirty="0" spc="95"/>
              <a:t>ensures</a:t>
            </a:r>
            <a:r>
              <a:rPr dirty="0" spc="-60"/>
              <a:t> </a:t>
            </a:r>
            <a:r>
              <a:rPr dirty="0" spc="70"/>
              <a:t>privacy,</a:t>
            </a:r>
            <a:r>
              <a:rPr dirty="0" spc="-55"/>
              <a:t> </a:t>
            </a:r>
            <a:r>
              <a:rPr dirty="0" spc="65"/>
              <a:t>and</a:t>
            </a:r>
            <a:r>
              <a:rPr dirty="0" spc="-60"/>
              <a:t> </a:t>
            </a:r>
            <a:r>
              <a:rPr dirty="0" spc="85"/>
              <a:t>improves</a:t>
            </a:r>
            <a:r>
              <a:rPr dirty="0" spc="-55"/>
              <a:t> </a:t>
            </a:r>
            <a:r>
              <a:rPr dirty="0"/>
              <a:t>patient</a:t>
            </a:r>
            <a:r>
              <a:rPr dirty="0" spc="-60"/>
              <a:t> </a:t>
            </a:r>
            <a:r>
              <a:rPr dirty="0" spc="95"/>
              <a:t>experience</a:t>
            </a:r>
            <a:r>
              <a:rPr dirty="0" spc="-55"/>
              <a:t> </a:t>
            </a:r>
            <a:r>
              <a:rPr dirty="0" spc="45"/>
              <a:t>through</a:t>
            </a:r>
            <a:r>
              <a:rPr dirty="0" spc="-60"/>
              <a:t> </a:t>
            </a:r>
            <a:r>
              <a:rPr dirty="0" spc="-10"/>
              <a:t>automation </a:t>
            </a:r>
            <a:r>
              <a:rPr dirty="0" spc="65"/>
              <a:t>and</a:t>
            </a:r>
            <a:r>
              <a:rPr dirty="0" spc="-25"/>
              <a:t> </a:t>
            </a:r>
            <a:r>
              <a:rPr dirty="0" spc="114"/>
              <a:t>secure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20"/>
              <a:t> </a:t>
            </a:r>
            <a:r>
              <a:rPr dirty="0" spc="-10"/>
              <a:t>handling.</a:t>
            </a:r>
          </a:p>
          <a:p>
            <a:pPr marL="12700" marR="127000" indent="86995">
              <a:lnSpc>
                <a:spcPct val="114999"/>
              </a:lnSpc>
            </a:pPr>
            <a:r>
              <a:rPr dirty="0" spc="95"/>
              <a:t>The</a:t>
            </a:r>
            <a:r>
              <a:rPr dirty="0" spc="-80"/>
              <a:t> </a:t>
            </a:r>
            <a:r>
              <a:rPr dirty="0" spc="100"/>
              <a:t>system</a:t>
            </a:r>
            <a:r>
              <a:rPr dirty="0" spc="-80"/>
              <a:t> </a:t>
            </a:r>
            <a:r>
              <a:rPr dirty="0" spc="85"/>
              <a:t>supports</a:t>
            </a:r>
            <a:r>
              <a:rPr dirty="0" spc="-80"/>
              <a:t> </a:t>
            </a:r>
            <a:r>
              <a:rPr dirty="0" spc="70"/>
              <a:t>modern</a:t>
            </a:r>
            <a:r>
              <a:rPr dirty="0" spc="-80"/>
              <a:t> </a:t>
            </a:r>
            <a:r>
              <a:rPr dirty="0" spc="65"/>
              <a:t>healthcare</a:t>
            </a:r>
            <a:r>
              <a:rPr dirty="0" spc="-80"/>
              <a:t> </a:t>
            </a:r>
            <a:r>
              <a:rPr dirty="0" spc="105"/>
              <a:t>needs</a:t>
            </a:r>
            <a:r>
              <a:rPr dirty="0" spc="-75"/>
              <a:t> </a:t>
            </a:r>
            <a:r>
              <a:rPr dirty="0" spc="65"/>
              <a:t>and</a:t>
            </a:r>
            <a:r>
              <a:rPr dirty="0" spc="-80"/>
              <a:t> </a:t>
            </a:r>
            <a:r>
              <a:rPr dirty="0" spc="75"/>
              <a:t>promotes</a:t>
            </a:r>
            <a:r>
              <a:rPr dirty="0" spc="-80"/>
              <a:t> </a:t>
            </a:r>
            <a:r>
              <a:rPr dirty="0" spc="105"/>
              <a:t>accessible,</a:t>
            </a:r>
            <a:r>
              <a:rPr dirty="0" spc="-80"/>
              <a:t> </a:t>
            </a:r>
            <a:r>
              <a:rPr dirty="0" spc="95"/>
              <a:t>technology-</a:t>
            </a:r>
            <a:r>
              <a:rPr dirty="0" spc="55"/>
              <a:t>driven </a:t>
            </a:r>
            <a:r>
              <a:rPr dirty="0" spc="85"/>
              <a:t>medical</a:t>
            </a:r>
            <a:r>
              <a:rPr dirty="0" spc="-90"/>
              <a:t> </a:t>
            </a:r>
            <a:r>
              <a:rPr dirty="0" spc="85"/>
              <a:t>services.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pc="-165"/>
              <a:t>SREC</a:t>
            </a:r>
            <a:r>
              <a:rPr dirty="0" spc="-170"/>
              <a:t> </a:t>
            </a:r>
            <a:r>
              <a:rPr dirty="0" spc="45"/>
              <a:t>INNOVATION</a:t>
            </a:r>
            <a:r>
              <a:rPr dirty="0" spc="-165"/>
              <a:t> </a:t>
            </a:r>
            <a:r>
              <a:rPr dirty="0" spc="-155"/>
              <a:t>PREMIER</a:t>
            </a:r>
            <a:r>
              <a:rPr dirty="0" spc="-170"/>
              <a:t> </a:t>
            </a:r>
            <a:r>
              <a:rPr dirty="0" spc="-70"/>
              <a:t>LEAGUE’26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RITHIK M E IT</dc:creator>
  <cp:keywords>DAHBrheZWjg,BAGwhx6msFU,0</cp:keywords>
  <dc:title>Copy of SREC IPL’26</dc:title>
  <dcterms:created xsi:type="dcterms:W3CDTF">2026-02-23T09:25:38Z</dcterms:created>
  <dcterms:modified xsi:type="dcterms:W3CDTF">2026-02-23T09:25:38Z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2026-02-23T00:00:00Z</vt:filetime>
  </property>
  <property fmtid="{D5CDD505-2E9C-101B-9397-08002B2CF9AE}" pid="5" name="Producer">
    <vt:lpwstr>Canva</vt:lpwstr>
  </property>
</Properties>
</file>